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1a661d2f714747" /><Relationship Type="http://schemas.openxmlformats.org/officeDocument/2006/relationships/extended-properties" Target="/docProps/app.xml" Id="R4c48ba13932341ce" /><Relationship Type="http://schemas.openxmlformats.org/officeDocument/2006/relationships/officeDocument" Target="/ppt/presentation.xml" Id="R8d593a4d0e2e45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b70c8c1d9440b3"/>
  </p:sldMasterIdLst>
  <p:notesMasterIdLst>
    <p:notesMasterId xmlns:r="http://schemas.openxmlformats.org/officeDocument/2006/relationships" r:id="R4c42f018c0c44f08"/>
  </p:notesMasterIdLst>
  <p:sldIdLst>
    <p:sldId xmlns:r="http://schemas.openxmlformats.org/officeDocument/2006/relationships" id="256" r:id="R01377593b8804cb2"/>
    <p:sldId xmlns:r="http://schemas.openxmlformats.org/officeDocument/2006/relationships" id="257" r:id="Rc764e2a9199a4e95"/>
    <p:sldId xmlns:r="http://schemas.openxmlformats.org/officeDocument/2006/relationships" id="258" r:id="R598d5fddee9844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2d888532b4e1b" /><Relationship Type="http://schemas.openxmlformats.org/officeDocument/2006/relationships/slideMaster" Target="/ppt/slideMasters/slideMaster1.xml" Id="Rb5b70c8c1d9440b3" /><Relationship Type="http://schemas.openxmlformats.org/officeDocument/2006/relationships/notesMaster" Target="/ppt/notesMasters/notesMaster1.xml" Id="R4c42f018c0c44f08" /><Relationship Type="http://schemas.openxmlformats.org/officeDocument/2006/relationships/presProps" Target="/ppt/presProps.xml" Id="R1fc23cbc66dc4639" /><Relationship Type="http://schemas.openxmlformats.org/officeDocument/2006/relationships/tableStyles" Target="/ppt/tableStyles.xml" Id="Rf4d2f96944784d2b" /><Relationship Type="http://schemas.openxmlformats.org/officeDocument/2006/relationships/slide" Target="/ppt/slides/slide1.xml" Id="R01377593b8804cb2" /><Relationship Type="http://schemas.openxmlformats.org/officeDocument/2006/relationships/slide" Target="/ppt/slides/slide2.xml" Id="Rc764e2a9199a4e95" /><Relationship Type="http://schemas.openxmlformats.org/officeDocument/2006/relationships/slide" Target="/ppt/slides/slide3.xml" Id="R598d5fddee9844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a3434da3ce41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76b0a51cf4746" /><Relationship Type="http://schemas.openxmlformats.org/officeDocument/2006/relationships/notesMaster" Target="/ppt/notesMasters/notesMaster1.xml" Id="R2bd4b985cf7441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5d6123b1534f3b" /><Relationship Type="http://schemas.openxmlformats.org/officeDocument/2006/relationships/notesMaster" Target="/ppt/notesMasters/notesMaster1.xml" Id="R6dc26dd87dca4f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d8180034614c96" /><Relationship Type="http://schemas.openxmlformats.org/officeDocument/2006/relationships/notesMaster" Target="/ppt/notesMasters/notesMaster1.xml" Id="R3e06f3b3fce544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63be4612848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967cc64184a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c8e8df2d448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11430f2e54e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a34de92f348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23144cbb9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FF4AB2-5796-4037-A556-F588F83B3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5DA82E-0CDA-4D98-B470-D6698A8F69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0D9675-E59A-49FB-9281-BB03EF1E0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89270C-459A-423D-9C57-6BCF4DE58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AB3784-76D9-45F7-BEA0-5020869DD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DD7DDD-CAAB-4E91-9A2A-7BEA4F5F6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FE7F8A-8AE1-45AF-8A64-B9B375AE5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CCABA4-4C4B-4B9B-93F5-7495C62846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FD8BC8-A876-41CE-9F08-E45BF6300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60DF7F-4193-4500-B9BA-A76D56B479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91c3a6016b4e32" /><Relationship Type="http://schemas.openxmlformats.org/officeDocument/2006/relationships/slideLayout" Target="/ppt/slideLayouts/slideLayout1.xml" Id="Rea2ef645113e4451" /><Relationship Type="http://schemas.openxmlformats.org/officeDocument/2006/relationships/slideLayout" Target="/ppt/slideLayouts/slideLayout2.xml" Id="R8ad89fdc95954d56" /><Relationship Type="http://schemas.openxmlformats.org/officeDocument/2006/relationships/slideLayout" Target="/ppt/slideLayouts/slideLayout3.xml" Id="R646d2b2642b8473b" /><Relationship Type="http://schemas.openxmlformats.org/officeDocument/2006/relationships/slideLayout" Target="/ppt/slideLayouts/slideLayout4.xml" Id="R4f0183d27bbf4391" /><Relationship Type="http://schemas.openxmlformats.org/officeDocument/2006/relationships/slideLayout" Target="/ppt/slideLayouts/slideLayout5.xml" Id="R26d45233ad71431f" /><Relationship Type="http://schemas.openxmlformats.org/officeDocument/2006/relationships/slideLayout" Target="/ppt/slideLayouts/slideLayout6.xml" Id="R369b9ad4d0774a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ef645113e4451"/>
    <p:sldLayoutId xmlns:r="http://schemas.openxmlformats.org/officeDocument/2006/relationships" id="2147483650" r:id="R8ad89fdc95954d56"/>
    <p:sldLayoutId xmlns:r="http://schemas.openxmlformats.org/officeDocument/2006/relationships" id="2147483651" r:id="R646d2b2642b8473b"/>
    <p:sldLayoutId xmlns:r="http://schemas.openxmlformats.org/officeDocument/2006/relationships" id="2147483652" r:id="R4f0183d27bbf4391"/>
    <p:sldLayoutId xmlns:r="http://schemas.openxmlformats.org/officeDocument/2006/relationships" id="2147483653" r:id="R26d45233ad71431f"/>
    <p:sldLayoutId xmlns:r="http://schemas.openxmlformats.org/officeDocument/2006/relationships" id="2147483654" r:id="R369b9ad4d0774a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51d247e834ed2" /><Relationship Type="http://schemas.openxmlformats.org/officeDocument/2006/relationships/image" Target="/ppt/media/image.png" Id="R523e7e9a1e124d46" /><Relationship Type="http://schemas.openxmlformats.org/officeDocument/2006/relationships/notesSlide" Target="/ppt/notesSlides/notesSlide1.xml" Id="R9aee10d67ecf4b84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704f97d1a6d4fb1"/><Relationship Type="http://schemas.openxmlformats.org/officeDocument/2006/relationships/notesSlide" Target="/ppt/notesSlides/notesSlide2.xml" Id="R5828b2b5aa094fa4"/><Relationship Id="rId3DVideo" Type="http://schemas.openxmlformats.org/officeDocument/2006/relationships/video" Target="../media/phone-entrance.mp4"/><Relationship Id="rId3DMedia" Type="http://schemas.microsoft.com/office/2007/relationships/media" Target="../media/phone-entrance.mp4"/><Relationship Id="rId3DPoster" Type="http://schemas.openxmlformats.org/officeDocument/2006/relationships/image" Target="../media/phone-entrance-poster.png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b33436370e54a8d"/><Relationship Type="http://schemas.openxmlformats.org/officeDocument/2006/relationships/image" Target="/ppt/media/image2.png" Id="Rcd57e84d13744886"/><Relationship Type="http://schemas.openxmlformats.org/officeDocument/2006/relationships/notesSlide" Target="/ppt/notesSlides/notesSlide3.xml" Id="R0a84d9e936a34c70"/><Relationship Id="rId3DVideo" Type="http://schemas.openxmlformats.org/officeDocument/2006/relationships/video" Target="../media/model-zoom.mp4"/><Relationship Id="rId3DMedia" Type="http://schemas.microsoft.com/office/2007/relationships/media" Target="../media/model-zoom.mp4"/><Relationship Id="rId3DPoster" Type="http://schemas.openxmlformats.org/officeDocument/2006/relationships/image" Target="../media/model-zoom-poster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roduct name">
            <a:extLst xmlns:a="http://schemas.openxmlformats.org/drawingml/2006/main">
              <a:ext uri="{FF2B5EF4-FFF2-40B4-BE49-F238E27FC236}">
                <a16:creationId xmlns:a16="http://schemas.microsoft.com/office/drawing/2014/main" id="{C5922ED2-C514-4A05-8293-1370884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rPr>
              <a:t>SteadyForum</a:t>
            </a:r>
          </a:p>
        </p:txBody>
      </p:sp>
      <p:sp>
        <p:nvSpPr>
          <p:cNvPr id="2" name="Pitch description">
            <a:extLst xmlns:a="http://schemas.openxmlformats.org/drawingml/2006/main">
              <a:ext uri="{FF2B5EF4-FFF2-40B4-BE49-F238E27FC236}">
                <a16:creationId xmlns:a16="http://schemas.microsoft.com/office/drawing/2014/main" id="{DDC6BCC7-A88D-43FE-A4F0-D5F86A4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09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The future of working out</a:t>
            </a:r>
          </a:p>
          <a:p xmlns:a="http://schemas.openxmlformats.org/drawingml/2006/main"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without getting hurt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77A36-AE55-43B9-A196-E8859F3633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e7e9a1e124d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58082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Product name">
            <a:extLst>
              <a:ext uri="{FF2B5EF4-FFF2-40B4-BE49-F238E27FC236}">
                <a16:creationId xmlns:a16="http://schemas.microsoft.com/office/drawing/2014/main" id="{FE90E513-9A8F-4EE4-AF7C-D49D7FEA27D8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68580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rPr>
              <a:t>SteadyForum</a:t>
            </a:r>
          </a:p>
        </p:txBody>
      </p:sp>
      <p:sp>
        <p:nvSpPr>
          <p:cNvPr id="2" name="Pitch description">
            <a:extLst>
              <a:ext uri="{FF2B5EF4-FFF2-40B4-BE49-F238E27FC236}">
                <a16:creationId xmlns:a16="http://schemas.microsoft.com/office/drawing/2014/main" id="{FB9EE061-A062-4989-99E8-465B3F926E5A}"/>
              </a:ext>
            </a:extLst>
          </p:cNvPr>
          <p:cNvSpPr>
            <a:spLocks noGrp="1"/>
          </p:cNvSpPr>
          <p:nvPr/>
        </p:nvSpPr>
        <p:spPr>
          <a:xfrm>
            <a:off x="942975" y="3790950"/>
            <a:ext cx="6477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The future of working out</a:t>
            </a:r>
          </a:p>
          <a:p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without getting hurt</a:t>
            </a:r>
          </a:p>
        </p:txBody>
      </p:sp>
      <p:pic>
        <p:nvPicPr>
          <p:cNvPr id="50" name="3D phone entrance">
            <a:hlinkClick action="ppaction://media"/>
          </p:cNvPr>
          <p:cNvPicPr>
            <a:picLocks noChangeAspect="1"/>
          </p:cNvPicPr>
          <p:nvPr>
            <a:videoFile r:link="rId3DVideo"/>
            <p:extLst>
              <p:ext uri="{DAA4B4D4-6D71-4841-9C94-3DE7FCFB9230}">
                <p14:media r:embed="rId3DMedia"/>
              </p:ext>
            </p:extLst>
          </p:nvPr>
        </p:nvPicPr>
        <p:blipFill>
          <a:blip r:embed="rId3DPost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val="595111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2583" fill="hold"/>
                                  <p:tgtEl>
                                    <p:spTgt spid="50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numSld="1" showWhenStopped="1">
                <p:cTn id="6" fill="hold" display="0">
                  <p:stCondLst>
                    <p:cond delay="indefinite"/>
                  </p:stCondLst>
                </p:cTn>
                <p:tgtEl>
                  <p:spTgt spid="50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4DC9BF44-14D3-499D-AC0A-9E7D8AC1905E}"/>
              </a:ext>
            </a:extLst>
          </p:cNvPr>
          <p:cNvPicPr>
            <a:picLocks noChangeAspect="1"/>
          </p:cNvPicPr>
          <p:nvPr/>
        </p:nvPicPr>
        <p:blipFill>
          <a:blip r:embed="Rcd57e84d13744886"/>
          <a:srcRect l="0" t="31495" r="0" b="4256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Zoom into workout model">
            <a:hlinkClick action="ppaction://media"/>
          </p:cNvPr>
          <p:cNvPicPr>
            <a:picLocks noChangeAspect="1"/>
          </p:cNvPicPr>
          <p:nvPr>
            <a:videoFile r:link="rId3DVideo"/>
            <p:extLst>
              <p:ext uri="{DAA4B4D4-6D71-4841-9C94-3DE7FCFB9230}">
                <p14:media r:embed="rId3DMedia"/>
              </p:ext>
            </p:extLst>
          </p:nvPr>
        </p:nvPicPr>
        <p:blipFill>
          <a:blip r:embed="rId3DPost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val="709628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933" fill="hold"/>
                                  <p:tgtEl>
                                    <p:spTgt spid="50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numSld="1" showWhenStopped="1">
                <p:cTn id="6" fill="hold" display="0">
                  <p:stCondLst>
                    <p:cond delay="indefinite"/>
                  </p:stCondLst>
                </p:cTn>
                <p:tgtEl>
                  <p:spTgt spid="5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2026-10-11T12:44:40.8490000Z</dcterms:created>
  <dcterms:modified xsi:type="dcterms:W3CDTF">2026-10-11T12:44:40.8490000Z</dcterms:modified>
</coreProperties>
</file>