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fbeada2764bc9" /><Relationship Type="http://schemas.openxmlformats.org/officeDocument/2006/relationships/extended-properties" Target="/docProps/app.xml" Id="Ra79c4bffe6944bd6" /><Relationship Type="http://schemas.openxmlformats.org/officeDocument/2006/relationships/officeDocument" Target="/ppt/presentation.xml" Id="R4a82c597551947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90cec7cc2413d"/>
  </p:sldMasterIdLst>
  <p:notesMasterIdLst>
    <p:notesMasterId xmlns:r="http://schemas.openxmlformats.org/officeDocument/2006/relationships" r:id="R6c6f2567670e4a96"/>
  </p:notesMasterIdLst>
  <p:sldIdLst>
    <p:sldId xmlns:r="http://schemas.openxmlformats.org/officeDocument/2006/relationships" id="256" r:id="R589d2c5a2a9049c0"/>
    <p:sldId xmlns:r="http://schemas.openxmlformats.org/officeDocument/2006/relationships" id="257" r:id="Ra54991339d994bfa"/>
    <p:sldId xmlns:r="http://schemas.openxmlformats.org/officeDocument/2006/relationships" id="258" r:id="R883f5829474c44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7e90ea3e1b4d06" /><Relationship Type="http://schemas.openxmlformats.org/officeDocument/2006/relationships/slideMaster" Target="/ppt/slideMasters/slideMaster1.xml" Id="Rc7290cec7cc2413d" /><Relationship Type="http://schemas.openxmlformats.org/officeDocument/2006/relationships/notesMaster" Target="/ppt/notesMasters/notesMaster1.xml" Id="R6c6f2567670e4a96" /><Relationship Type="http://schemas.openxmlformats.org/officeDocument/2006/relationships/presProps" Target="/ppt/presProps.xml" Id="R14294250e0444ec1" /><Relationship Type="http://schemas.openxmlformats.org/officeDocument/2006/relationships/tableStyles" Target="/ppt/tableStyles.xml" Id="R665e30443be54b2b" /><Relationship Type="http://schemas.openxmlformats.org/officeDocument/2006/relationships/slide" Target="/ppt/slides/slide1.xml" Id="R589d2c5a2a9049c0" /><Relationship Type="http://schemas.openxmlformats.org/officeDocument/2006/relationships/slide" Target="/ppt/slides/slide2.xml" Id="Ra54991339d994bfa" /><Relationship Type="http://schemas.openxmlformats.org/officeDocument/2006/relationships/slide" Target="/ppt/slides/slide3.xml" Id="R883f5829474c44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89cfd8b6a48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14b38a2b9f41e0" /><Relationship Type="http://schemas.openxmlformats.org/officeDocument/2006/relationships/notesMaster" Target="/ppt/notesMasters/notesMaster1.xml" Id="R52d359722b9a4c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121902d4b4294" /><Relationship Type="http://schemas.openxmlformats.org/officeDocument/2006/relationships/notesMaster" Target="/ppt/notesMasters/notesMaster1.xml" Id="R1ee1d4e4854741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f4088d3164ea9" /><Relationship Type="http://schemas.openxmlformats.org/officeDocument/2006/relationships/notesMaster" Target="/ppt/notesMasters/notesMaster1.xml" Id="R5e5529db1e01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supplied by the presenter: IMG_6540.PNG. Morph object matching and rotation follow Microsoft PowerPoint Morph guidance: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supplied by the presenter: IMG_6540.PNG. Morph object matching and rotation follow Microsoft PowerPoint Morph guidance: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screen supplied by the presenter: IMG_6540.PNG. Morph object matching and rotation follow Microsoft PowerPoint Morph guidance: https://support.microsoft.com/en-us/powerpoint/morph-transition-tips-and-tricks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7ace7a17e45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410f67dc046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33d78d7e748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b4fa90c904e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16c7d47e146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bd9a40220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E48701-F427-44E9-A276-8AB402852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A2E5BA-68A6-4CD8-802F-C1AD70C070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38123A-92A7-45B1-B23B-71FA5AD6B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808913-9D24-4D8C-957C-F5BEF8DB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33B013-FD37-434A-BAB4-5329B2F956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1D8F61-FBEC-444A-82A3-7C98A73A5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294598-CB62-4ED9-9277-2ECD96743B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1037AE-8B82-4816-A8A2-7B22D99916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69FD0-74E8-4D66-9CAF-0676C27A8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A5916D-3529-4D31-B299-D74AF8846B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17f152ab049d5" /><Relationship Type="http://schemas.openxmlformats.org/officeDocument/2006/relationships/slideLayout" Target="/ppt/slideLayouts/slideLayout1.xml" Id="Rcd14d9ee197b42c3" /><Relationship Type="http://schemas.openxmlformats.org/officeDocument/2006/relationships/slideLayout" Target="/ppt/slideLayouts/slideLayout2.xml" Id="Rd97a5564c11f4333" /><Relationship Type="http://schemas.openxmlformats.org/officeDocument/2006/relationships/slideLayout" Target="/ppt/slideLayouts/slideLayout3.xml" Id="R1d874f3848df457a" /><Relationship Type="http://schemas.openxmlformats.org/officeDocument/2006/relationships/slideLayout" Target="/ppt/slideLayouts/slideLayout4.xml" Id="R01c210e7ddc84217" /><Relationship Type="http://schemas.openxmlformats.org/officeDocument/2006/relationships/slideLayout" Target="/ppt/slideLayouts/slideLayout5.xml" Id="Rfb4f6cda9dca46d1" /><Relationship Type="http://schemas.openxmlformats.org/officeDocument/2006/relationships/slideLayout" Target="/ppt/slideLayouts/slideLayout6.xml" Id="Rb96ebe4a20ea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14d9ee197b42c3"/>
    <p:sldLayoutId xmlns:r="http://schemas.openxmlformats.org/officeDocument/2006/relationships" id="2147483650" r:id="Rd97a5564c11f4333"/>
    <p:sldLayoutId xmlns:r="http://schemas.openxmlformats.org/officeDocument/2006/relationships" id="2147483651" r:id="R1d874f3848df457a"/>
    <p:sldLayoutId xmlns:r="http://schemas.openxmlformats.org/officeDocument/2006/relationships" id="2147483652" r:id="R01c210e7ddc84217"/>
    <p:sldLayoutId xmlns:r="http://schemas.openxmlformats.org/officeDocument/2006/relationships" id="2147483653" r:id="Rfb4f6cda9dca46d1"/>
    <p:sldLayoutId xmlns:r="http://schemas.openxmlformats.org/officeDocument/2006/relationships" id="2147483654" r:id="Rb96ebe4a20ea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f6e3b64c04d07" /><Relationship Type="http://schemas.openxmlformats.org/officeDocument/2006/relationships/image" Target="/ppt/media/image.png" Id="Re4da0521e8ff4ad3" /><Relationship Type="http://schemas.openxmlformats.org/officeDocument/2006/relationships/notesSlide" Target="/ppt/notesSlides/notesSlide1.xml" Id="R38b5312e3709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31b9dc35a43be" /><Relationship Type="http://schemas.openxmlformats.org/officeDocument/2006/relationships/image" Target="/ppt/media/image2.png" Id="R850f32fe57b94fb7" /><Relationship Type="http://schemas.openxmlformats.org/officeDocument/2006/relationships/notesSlide" Target="/ppt/notesSlides/notesSlide2.xml" Id="Re5fed78b7d4b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819d6379e4b0f" /><Relationship Type="http://schemas.openxmlformats.org/officeDocument/2006/relationships/image" Target="/ppt/media/image3.png" Id="R6acc63b00319436a" /><Relationship Type="http://schemas.openxmlformats.org/officeDocument/2006/relationships/notesSlide" Target="/ppt/notesSlides/notesSlide3.xml" Id="R7fe0228e0db2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accent">
            <a:extLst xmlns:a="http://schemas.openxmlformats.org/drawingml/2006/main">
              <a:ext uri="{FF2B5EF4-FFF2-40B4-BE49-F238E27FC236}">
                <a16:creationId xmlns:a16="http://schemas.microsoft.com/office/drawing/2014/main" id="{945C1DBB-DA09-4AF5-9FEB-10BB553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AA"/>
          </a:solidFill>
          <a:ln xmlns:a="http://schemas.openxmlformats.org/drawingml/2006/main" w="0">
            <a:noFill/>
          </a:ln>
        </p:spPr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207A899A-1D38-4660-87BE-C485B340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5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213D4D"/>
                </a:solidFill>
                <a:latin typeface="Arial"/>
                <a:ea typeface="Arial"/>
                <a:cs typeface="Arial"/>
              </a:rPr>
              <a:t>SteadyForum</a:t>
            </a:r>
          </a:p>
        </p:txBody>
      </p:sp>
      <p:sp>
        <p:nvSpPr>
          <p:cNvPr id="3" name="!!tagline">
            <a:extLst xmlns:a="http://schemas.openxmlformats.org/drawingml/2006/main">
              <a:ext uri="{FF2B5EF4-FFF2-40B4-BE49-F238E27FC236}">
                <a16:creationId xmlns:a16="http://schemas.microsoft.com/office/drawing/2014/main" id="{CDC33479-79B7-4DD4-9F43-CF228426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The future of working out without getting hurt</a:t>
            </a:r>
          </a:p>
        </p:txBody>
      </p:sp>
      <p:sp>
        <p:nvSpPr>
          <p:cNvPr id="4" name="phone-rim">
            <a:extLst xmlns:a="http://schemas.openxmlformats.org/drawingml/2006/main">
              <a:ext uri="{FF2B5EF4-FFF2-40B4-BE49-F238E27FC236}">
                <a16:creationId xmlns:a16="http://schemas.microsoft.com/office/drawing/2014/main" id="{521B50BE-5D0F-4864-9908-B27E7E3E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191250"/>
          </a:xfrm>
          <a:prstGeom xmlns:a="http://schemas.openxmlformats.org/drawingml/2006/main" prst="roundRect">
            <a:avLst>
              <a:gd name="adj" fmla="val 15667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5" name="phone-body">
            <a:extLst xmlns:a="http://schemas.openxmlformats.org/drawingml/2006/main">
              <a:ext uri="{FF2B5EF4-FFF2-40B4-BE49-F238E27FC236}">
                <a16:creationId xmlns:a16="http://schemas.microsoft.com/office/drawing/2014/main" id="{D827A71E-DE31-4B2E-9487-7C4CE01C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2800350" cy="6134100"/>
          </a:xfrm>
          <a:prstGeom xmlns:a="http://schemas.openxmlformats.org/drawingml/2006/main" prst="roundRect">
            <a:avLst>
              <a:gd name="adj" fmla="val 1496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F07D5-0D54-445F-A36A-19E8833CC5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a0521e8ff4ad3"/>
          <a:stretch xmlns:a="http://schemas.openxmlformats.org/drawingml/2006/main"/>
        </p:blipFill>
        <p:spPr>
          <a:xfrm xmlns:a="http://schemas.openxmlformats.org/drawingml/2006/main">
            <a:off x="114368" y="247650"/>
            <a:ext cx="2628763" cy="5698998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7" name="phone-island">
            <a:extLst xmlns:a="http://schemas.openxmlformats.org/drawingml/2006/main">
              <a:ext uri="{FF2B5EF4-FFF2-40B4-BE49-F238E27FC236}">
                <a16:creationId xmlns:a16="http://schemas.microsoft.com/office/drawing/2014/main" id="{A1CFA4A6-0474-469E-828F-E0DEC808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5250"/>
            <a:ext cx="685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0A0E"/>
          </a:solidFill>
          <a:ln xmlns:a="http://schemas.openxmlformats.org/drawingml/2006/main" w="0">
            <a:noFill/>
          </a:ln>
        </p:spPr>
      </p:sp>
      <p:sp>
        <p:nvSpPr>
          <p:cNvPr id="8" name="phone-home">
            <a:extLst xmlns:a="http://schemas.openxmlformats.org/drawingml/2006/main">
              <a:ext uri="{FF2B5EF4-FFF2-40B4-BE49-F238E27FC236}">
                <a16:creationId xmlns:a16="http://schemas.microsoft.com/office/drawing/2014/main" id="{EC25A4D2-5CDF-45A0-9937-56852E6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D8DE"/>
          </a:solidFill>
          <a:ln xmlns:a="http://schemas.openxmlformats.org/drawingml/2006/main" w="0">
            <a:noFill/>
          </a:ln>
        </p:spPr>
      </p:sp>
      <p:sp>
        <p:nvSpPr>
          <p:cNvPr id="9" name="phone-button">
            <a:extLst xmlns:a="http://schemas.openxmlformats.org/drawingml/2006/main">
              <a:ext uri="{FF2B5EF4-FFF2-40B4-BE49-F238E27FC236}">
                <a16:creationId xmlns:a16="http://schemas.microsoft.com/office/drawing/2014/main" id="{A5F1D814-8DCC-41D4-AE5A-CA3319E0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104900"/>
            <a:ext cx="28575" cy="3333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10" name="phone-volume">
            <a:extLst xmlns:a="http://schemas.openxmlformats.org/drawingml/2006/main">
              <a:ext uri="{FF2B5EF4-FFF2-40B4-BE49-F238E27FC236}">
                <a16:creationId xmlns:a16="http://schemas.microsoft.com/office/drawing/2014/main" id="{FCD4AB55-71F7-48C2-88A9-C74C855E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524000"/>
            <a:ext cx="28575" cy="552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11" name="phone-power">
            <a:extLst xmlns:a="http://schemas.openxmlformats.org/drawingml/2006/main">
              <a:ext uri="{FF2B5EF4-FFF2-40B4-BE49-F238E27FC236}">
                <a16:creationId xmlns:a16="http://schemas.microsoft.com/office/drawing/2014/main" id="{80CDAC86-BDE6-4F36-9F69-B6AACB7E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28775"/>
            <a:ext cx="28575" cy="6191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49342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accent">
            <a:extLst xmlns:a="http://schemas.openxmlformats.org/drawingml/2006/main">
              <a:ext uri="{FF2B5EF4-FFF2-40B4-BE49-F238E27FC236}">
                <a16:creationId xmlns:a16="http://schemas.microsoft.com/office/drawing/2014/main" id="{5B75DADD-9DC1-41D2-B5FD-576FAB54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AA"/>
          </a:solidFill>
          <a:ln xmlns:a="http://schemas.openxmlformats.org/drawingml/2006/main" w="0">
            <a:noFill/>
          </a:ln>
        </p:spPr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0856CFE9-A342-46BE-A75E-56410B0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3D4D"/>
                </a:solidFill>
                <a:latin typeface="Arial"/>
                <a:ea typeface="Arial"/>
                <a:cs typeface="Arial"/>
              </a:rPr>
              <a:t>SteadyForum</a:t>
            </a:r>
          </a:p>
        </p:txBody>
      </p:sp>
      <p:sp>
        <p:nvSpPr>
          <p:cNvPr id="3" name="!!tagline">
            <a:extLst xmlns:a="http://schemas.openxmlformats.org/drawingml/2006/main">
              <a:ext uri="{FF2B5EF4-FFF2-40B4-BE49-F238E27FC236}">
                <a16:creationId xmlns:a16="http://schemas.microsoft.com/office/drawing/2014/main" id="{71EB0E98-8C91-4ECE-B99D-D7C867AB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The future of working out</a:t>
            </a:r>
          </a:p>
          <a:p xmlns:a="http://schemas.openxmlformats.org/drawingml/2006/main"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without getting hurt</a:t>
            </a:r>
          </a:p>
        </p:txBody>
      </p:sp>
      <p:sp>
        <p:nvSpPr>
          <p:cNvPr id="4" name="phone-rim">
            <a:extLst xmlns:a="http://schemas.openxmlformats.org/drawingml/2006/main">
              <a:ext uri="{FF2B5EF4-FFF2-40B4-BE49-F238E27FC236}">
                <a16:creationId xmlns:a16="http://schemas.microsoft.com/office/drawing/2014/main" id="{B2563894-0A4F-4E3B-ABA4-782D2396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191250"/>
          </a:xfrm>
          <a:prstGeom xmlns:a="http://schemas.openxmlformats.org/drawingml/2006/main" prst="roundRect">
            <a:avLst>
              <a:gd name="adj" fmla="val 15667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5" name="phone-body">
            <a:extLst xmlns:a="http://schemas.openxmlformats.org/drawingml/2006/main">
              <a:ext uri="{FF2B5EF4-FFF2-40B4-BE49-F238E27FC236}">
                <a16:creationId xmlns:a16="http://schemas.microsoft.com/office/drawing/2014/main" id="{7339B712-7DF0-4968-9591-CAA1D180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2800350" cy="6134100"/>
          </a:xfrm>
          <a:prstGeom xmlns:a="http://schemas.openxmlformats.org/drawingml/2006/main" prst="roundRect">
            <a:avLst>
              <a:gd name="adj" fmla="val 1496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8C545-48A0-4A3C-8A0B-E7988805B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f32fe57b94fb7"/>
          <a:stretch xmlns:a="http://schemas.openxmlformats.org/drawingml/2006/main"/>
        </p:blipFill>
        <p:spPr>
          <a:xfrm xmlns:a="http://schemas.openxmlformats.org/drawingml/2006/main">
            <a:off x="114368" y="247650"/>
            <a:ext cx="2628763" cy="5698998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7" name="phone-island">
            <a:extLst xmlns:a="http://schemas.openxmlformats.org/drawingml/2006/main">
              <a:ext uri="{FF2B5EF4-FFF2-40B4-BE49-F238E27FC236}">
                <a16:creationId xmlns:a16="http://schemas.microsoft.com/office/drawing/2014/main" id="{39742E20-54D5-423A-97F9-4BE582AA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5250"/>
            <a:ext cx="685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0A0E"/>
          </a:solidFill>
          <a:ln xmlns:a="http://schemas.openxmlformats.org/drawingml/2006/main" w="0">
            <a:noFill/>
          </a:ln>
        </p:spPr>
      </p:sp>
      <p:sp>
        <p:nvSpPr>
          <p:cNvPr id="8" name="phone-home">
            <a:extLst xmlns:a="http://schemas.openxmlformats.org/drawingml/2006/main">
              <a:ext uri="{FF2B5EF4-FFF2-40B4-BE49-F238E27FC236}">
                <a16:creationId xmlns:a16="http://schemas.microsoft.com/office/drawing/2014/main" id="{F4847775-6C3B-4732-9BA2-98BD017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D8DE"/>
          </a:solidFill>
          <a:ln xmlns:a="http://schemas.openxmlformats.org/drawingml/2006/main" w="0">
            <a:noFill/>
          </a:ln>
        </p:spPr>
      </p:sp>
      <p:sp>
        <p:nvSpPr>
          <p:cNvPr id="9" name="phone-button">
            <a:extLst xmlns:a="http://schemas.openxmlformats.org/drawingml/2006/main">
              <a:ext uri="{FF2B5EF4-FFF2-40B4-BE49-F238E27FC236}">
                <a16:creationId xmlns:a16="http://schemas.microsoft.com/office/drawing/2014/main" id="{8C038561-AD5D-4A5C-9A43-48721F42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104900"/>
            <a:ext cx="28575" cy="3333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10" name="phone-volume">
            <a:extLst xmlns:a="http://schemas.openxmlformats.org/drawingml/2006/main">
              <a:ext uri="{FF2B5EF4-FFF2-40B4-BE49-F238E27FC236}">
                <a16:creationId xmlns:a16="http://schemas.microsoft.com/office/drawing/2014/main" id="{058BC8C4-1ACB-45DA-903B-594293B1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524000"/>
            <a:ext cx="28575" cy="552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11" name="phone-power">
            <a:extLst xmlns:a="http://schemas.openxmlformats.org/drawingml/2006/main">
              <a:ext uri="{FF2B5EF4-FFF2-40B4-BE49-F238E27FC236}">
                <a16:creationId xmlns:a16="http://schemas.microsoft.com/office/drawing/2014/main" id="{8CE54BCB-851A-454D-B99B-4799338E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28775"/>
            <a:ext cx="28575" cy="6191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7888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!!accent">
            <a:extLst xmlns:a="http://schemas.openxmlformats.org/drawingml/2006/main">
              <a:ext uri="{FF2B5EF4-FFF2-40B4-BE49-F238E27FC236}">
                <a16:creationId xmlns:a16="http://schemas.microsoft.com/office/drawing/2014/main" id="{26366B31-C330-43CC-A623-2DF0C73B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572500" y="21336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BAA"/>
          </a:solidFill>
          <a:ln xmlns:a="http://schemas.openxmlformats.org/drawingml/2006/main" w="0">
            <a:noFill/>
          </a:ln>
        </p:spPr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82F8D75B-E6D6-4403-9CF7-1C886F7A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0" y="25146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213D4D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13D4D"/>
                </a:solidFill>
                <a:latin typeface="Arial"/>
                <a:ea typeface="Arial"/>
                <a:cs typeface="Arial"/>
              </a:rPr>
              <a:t>SteadyForum</a:t>
            </a:r>
          </a:p>
        </p:txBody>
      </p:sp>
      <p:sp>
        <p:nvSpPr>
          <p:cNvPr id="3" name="!!tagline">
            <a:extLst xmlns:a="http://schemas.openxmlformats.org/drawingml/2006/main">
              <a:ext uri="{FF2B5EF4-FFF2-40B4-BE49-F238E27FC236}">
                <a16:creationId xmlns:a16="http://schemas.microsoft.com/office/drawing/2014/main" id="{7CABFB0A-9214-4422-88C6-E87454B9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0" y="3609975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The future of working out</a:t>
            </a:r>
          </a:p>
          <a:p xmlns:a="http://schemas.openxmlformats.org/drawingml/2006/main">
            <a:pPr>
              <a:defRPr sz="2325" b="0">
                <a:solidFill>
                  <a:srgbClr val="4F68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4F6878"/>
                </a:solidFill>
                <a:latin typeface="Arial"/>
                <a:ea typeface="Arial"/>
                <a:cs typeface="Arial"/>
              </a:rPr>
              <a:t>without getting hurt</a:t>
            </a:r>
          </a:p>
        </p:txBody>
      </p:sp>
      <p:sp>
        <p:nvSpPr>
          <p:cNvPr id="4" name="phone-rim">
            <a:extLst xmlns:a="http://schemas.openxmlformats.org/drawingml/2006/main">
              <a:ext uri="{FF2B5EF4-FFF2-40B4-BE49-F238E27FC236}">
                <a16:creationId xmlns:a16="http://schemas.microsoft.com/office/drawing/2014/main" id="{3A1FC617-8A93-4FC1-ABC9-8FC92A0B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191250"/>
          </a:xfrm>
          <a:prstGeom xmlns:a="http://schemas.openxmlformats.org/drawingml/2006/main" prst="roundRect">
            <a:avLst>
              <a:gd name="adj" fmla="val 15667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5" name="phone-body">
            <a:extLst xmlns:a="http://schemas.openxmlformats.org/drawingml/2006/main">
              <a:ext uri="{FF2B5EF4-FFF2-40B4-BE49-F238E27FC236}">
                <a16:creationId xmlns:a16="http://schemas.microsoft.com/office/drawing/2014/main" id="{4441E97A-E9AB-4E41-AD1A-4A22CD9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8575"/>
            <a:ext cx="2800350" cy="6134100"/>
          </a:xfrm>
          <a:prstGeom xmlns:a="http://schemas.openxmlformats.org/drawingml/2006/main" prst="roundRect">
            <a:avLst>
              <a:gd name="adj" fmla="val 1496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4A568-6EC8-44FE-AF21-6BF94586E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c63b00319436a"/>
          <a:stretch xmlns:a="http://schemas.openxmlformats.org/drawingml/2006/main"/>
        </p:blipFill>
        <p:spPr>
          <a:xfrm xmlns:a="http://schemas.openxmlformats.org/drawingml/2006/main">
            <a:off x="114368" y="247650"/>
            <a:ext cx="2628763" cy="5698998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7" name="phone-island">
            <a:extLst xmlns:a="http://schemas.openxmlformats.org/drawingml/2006/main">
              <a:ext uri="{FF2B5EF4-FFF2-40B4-BE49-F238E27FC236}">
                <a16:creationId xmlns:a16="http://schemas.microsoft.com/office/drawing/2014/main" id="{73CCE9D6-82F1-410D-AF59-929155F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5250"/>
            <a:ext cx="685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0A0E"/>
          </a:solidFill>
          <a:ln xmlns:a="http://schemas.openxmlformats.org/drawingml/2006/main" w="0">
            <a:noFill/>
          </a:ln>
        </p:spPr>
      </p:sp>
      <p:sp>
        <p:nvSpPr>
          <p:cNvPr id="8" name="phone-home">
            <a:extLst xmlns:a="http://schemas.openxmlformats.org/drawingml/2006/main">
              <a:ext uri="{FF2B5EF4-FFF2-40B4-BE49-F238E27FC236}">
                <a16:creationId xmlns:a16="http://schemas.microsoft.com/office/drawing/2014/main" id="{2C00D470-4442-4494-AE1B-49FEDBB3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D8DE"/>
          </a:solidFill>
          <a:ln xmlns:a="http://schemas.openxmlformats.org/drawingml/2006/main" w="0">
            <a:noFill/>
          </a:ln>
        </p:spPr>
      </p:sp>
      <p:sp>
        <p:nvSpPr>
          <p:cNvPr id="9" name="phone-button">
            <a:extLst xmlns:a="http://schemas.openxmlformats.org/drawingml/2006/main">
              <a:ext uri="{FF2B5EF4-FFF2-40B4-BE49-F238E27FC236}">
                <a16:creationId xmlns:a16="http://schemas.microsoft.com/office/drawing/2014/main" id="{4F675CAB-FCD3-4F3A-8696-B602061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104900"/>
            <a:ext cx="28575" cy="3333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10" name="phone-volume">
            <a:extLst xmlns:a="http://schemas.openxmlformats.org/drawingml/2006/main">
              <a:ext uri="{FF2B5EF4-FFF2-40B4-BE49-F238E27FC236}">
                <a16:creationId xmlns:a16="http://schemas.microsoft.com/office/drawing/2014/main" id="{480C674C-0D6C-4178-9592-DF295941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524000"/>
            <a:ext cx="28575" cy="5524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  <p:sp>
        <p:nvSpPr>
          <p:cNvPr id="11" name="phone-power">
            <a:extLst xmlns:a="http://schemas.openxmlformats.org/drawingml/2006/main">
              <a:ext uri="{FF2B5EF4-FFF2-40B4-BE49-F238E27FC236}">
                <a16:creationId xmlns:a16="http://schemas.microsoft.com/office/drawing/2014/main" id="{254B819C-F61F-4C43-A245-D126BDB0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628775"/>
            <a:ext cx="28575" cy="61912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9657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11228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2026-10-11T12:18:40.8390000Z</dcterms:created>
  <dcterms:modified xsi:type="dcterms:W3CDTF">2026-10-11T12:18:40.8390000Z</dcterms:modified>
</coreProperties>
</file>