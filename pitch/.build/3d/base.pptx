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1a661d2f714747" /><Relationship Type="http://schemas.openxmlformats.org/officeDocument/2006/relationships/extended-properties" Target="/docProps/app.xml" Id="R4c48ba13932341ce" /><Relationship Type="http://schemas.openxmlformats.org/officeDocument/2006/relationships/officeDocument" Target="/ppt/presentation.xml" Id="R8d593a4d0e2e45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b70c8c1d9440b3"/>
  </p:sldMasterIdLst>
  <p:notesMasterIdLst>
    <p:notesMasterId xmlns:r="http://schemas.openxmlformats.org/officeDocument/2006/relationships" r:id="R4c42f018c0c44f08"/>
  </p:notesMasterIdLst>
  <p:sldIdLst>
    <p:sldId xmlns:r="http://schemas.openxmlformats.org/officeDocument/2006/relationships" id="256" r:id="R01377593b8804cb2"/>
    <p:sldId xmlns:r="http://schemas.openxmlformats.org/officeDocument/2006/relationships" id="257" r:id="Rc764e2a9199a4e95"/>
    <p:sldId xmlns:r="http://schemas.openxmlformats.org/officeDocument/2006/relationships" id="258" r:id="R598d5fddee9844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e2d888532b4e1b" /><Relationship Type="http://schemas.openxmlformats.org/officeDocument/2006/relationships/slideMaster" Target="/ppt/slideMasters/slideMaster1.xml" Id="Rb5b70c8c1d9440b3" /><Relationship Type="http://schemas.openxmlformats.org/officeDocument/2006/relationships/notesMaster" Target="/ppt/notesMasters/notesMaster1.xml" Id="R4c42f018c0c44f08" /><Relationship Type="http://schemas.openxmlformats.org/officeDocument/2006/relationships/presProps" Target="/ppt/presProps.xml" Id="R1fc23cbc66dc4639" /><Relationship Type="http://schemas.openxmlformats.org/officeDocument/2006/relationships/tableStyles" Target="/ppt/tableStyles.xml" Id="Rf4d2f96944784d2b" /><Relationship Type="http://schemas.openxmlformats.org/officeDocument/2006/relationships/slide" Target="/ppt/slides/slide1.xml" Id="R01377593b8804cb2" /><Relationship Type="http://schemas.openxmlformats.org/officeDocument/2006/relationships/slide" Target="/ppt/slides/slide2.xml" Id="Rc764e2a9199a4e95" /><Relationship Type="http://schemas.openxmlformats.org/officeDocument/2006/relationships/slide" Target="/ppt/slides/slide3.xml" Id="R598d5fddee9844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a3434da3ce41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f76b0a51cf4746" /><Relationship Type="http://schemas.openxmlformats.org/officeDocument/2006/relationships/notesMaster" Target="/ppt/notesMasters/notesMaster1.xml" Id="R2bd4b985cf7441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5d6123b1534f3b" /><Relationship Type="http://schemas.openxmlformats.org/officeDocument/2006/relationships/notesMaster" Target="/ppt/notesMasters/notesMaster1.xml" Id="R6dc26dd87dca4f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d8180034614c96" /><Relationship Type="http://schemas.openxmlformats.org/officeDocument/2006/relationships/notesMaster" Target="/ppt/notesMasters/notesMaster1.xml" Id="R3e06f3b3fce544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iPhone 15 Pro model by Sketcher (@jnanbr07), CC BY 4.0. Source: https://sketchfab.com/3d-models/iphone-15-pro-9e045e469d514fea9dda2ccd161f5fa3. Licensed mesh sourced through https://github.com/quentin-pla/phone-mockup-studio. Modified by replacing the display texture with IMG_6540.PNG and adding lighting and animation. Product screenshot supplied by presenter.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iPhone 15 Pro model by Sketcher (@jnanbr07), CC BY 4.0. Source: https://sketchfab.com/3d-models/iphone-15-pro-9e045e469d514fea9dda2ccd161f5fa3. Licensed mesh sourced through https://github.com/quentin-pla/phone-mockup-studio. Modified by replacing the display texture with IMG_6540.PNG and adding lighting and animation. Product screenshot supplied by presenter.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iPhone 15 Pro model by Sketcher (@jnanbr07), CC BY 4.0. Source: https://sketchfab.com/3d-models/iphone-15-pro-9e045e469d514fea9dda2ccd161f5fa3. Licensed mesh sourced through https://github.com/quentin-pla/phone-mockup-studio. Modified by replacing the display texture with IMG_6540.PNG and adding lighting and animation. Product screenshot supplied by presenter.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c63be4612848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967cc64184a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0c8e8df2d448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11430f2e54e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a34de92f348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23144cbb94c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FF4AB2-5796-4037-A556-F588F83B35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85DA82E-0CDA-4D98-B470-D6698A8F69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0D9675-E59A-49FB-9281-BB03EF1E0A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89270C-459A-423D-9C57-6BCF4DE58D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AB3784-76D9-45F7-BEA0-5020869DD7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DD7DDD-CAAB-4E91-9A2A-7BEA4F5F66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FE7F8A-8AE1-45AF-8A64-B9B375AE57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CCABA4-4C4B-4B9B-93F5-7495C62846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FD8BC8-A876-41CE-9F08-E45BF63002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60DF7F-4193-4500-B9BA-A76D56B479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91c3a6016b4e32" /><Relationship Type="http://schemas.openxmlformats.org/officeDocument/2006/relationships/slideLayout" Target="/ppt/slideLayouts/slideLayout1.xml" Id="Rea2ef645113e4451" /><Relationship Type="http://schemas.openxmlformats.org/officeDocument/2006/relationships/slideLayout" Target="/ppt/slideLayouts/slideLayout2.xml" Id="R8ad89fdc95954d56" /><Relationship Type="http://schemas.openxmlformats.org/officeDocument/2006/relationships/slideLayout" Target="/ppt/slideLayouts/slideLayout3.xml" Id="R646d2b2642b8473b" /><Relationship Type="http://schemas.openxmlformats.org/officeDocument/2006/relationships/slideLayout" Target="/ppt/slideLayouts/slideLayout4.xml" Id="R4f0183d27bbf4391" /><Relationship Type="http://schemas.openxmlformats.org/officeDocument/2006/relationships/slideLayout" Target="/ppt/slideLayouts/slideLayout5.xml" Id="R26d45233ad71431f" /><Relationship Type="http://schemas.openxmlformats.org/officeDocument/2006/relationships/slideLayout" Target="/ppt/slideLayouts/slideLayout6.xml" Id="R369b9ad4d0774a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2ef645113e4451"/>
    <p:sldLayoutId xmlns:r="http://schemas.openxmlformats.org/officeDocument/2006/relationships" id="2147483650" r:id="R8ad89fdc95954d56"/>
    <p:sldLayoutId xmlns:r="http://schemas.openxmlformats.org/officeDocument/2006/relationships" id="2147483651" r:id="R646d2b2642b8473b"/>
    <p:sldLayoutId xmlns:r="http://schemas.openxmlformats.org/officeDocument/2006/relationships" id="2147483652" r:id="R4f0183d27bbf4391"/>
    <p:sldLayoutId xmlns:r="http://schemas.openxmlformats.org/officeDocument/2006/relationships" id="2147483653" r:id="R26d45233ad71431f"/>
    <p:sldLayoutId xmlns:r="http://schemas.openxmlformats.org/officeDocument/2006/relationships" id="2147483654" r:id="R369b9ad4d0774a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d51d247e834ed2" /><Relationship Type="http://schemas.openxmlformats.org/officeDocument/2006/relationships/image" Target="/ppt/media/image.png" Id="R523e7e9a1e124d46" /><Relationship Type="http://schemas.openxmlformats.org/officeDocument/2006/relationships/notesSlide" Target="/ppt/notesSlides/notesSlide1.xml" Id="R9aee10d67ecf4b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04f97d1a6d4fb1" /><Relationship Type="http://schemas.openxmlformats.org/officeDocument/2006/relationships/notesSlide" Target="/ppt/notesSlides/notesSlide2.xml" Id="R5828b2b5aa094f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33436370e54a8d" /><Relationship Type="http://schemas.openxmlformats.org/officeDocument/2006/relationships/image" Target="/ppt/media/image2.png" Id="Rcd57e84d13744886" /><Relationship Type="http://schemas.openxmlformats.org/officeDocument/2006/relationships/notesSlide" Target="/ppt/notesSlides/notesSlide3.xml" Id="R0a84d9e936a34c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roduct name">
            <a:extLst xmlns:a="http://schemas.openxmlformats.org/drawingml/2006/main">
              <a:ext uri="{FF2B5EF4-FFF2-40B4-BE49-F238E27FC236}">
                <a16:creationId xmlns:a16="http://schemas.microsoft.com/office/drawing/2014/main" id="{C5922ED2-C514-4A05-8293-1370884F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450" b="1">
                <a:solidFill>
                  <a:srgbClr val="F7FB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6450" b="1">
                <a:solidFill>
                  <a:srgbClr val="F7FBFF"/>
                </a:solidFill>
                <a:latin typeface="Avenir Next"/>
                <a:ea typeface="Avenir Next"/>
                <a:cs typeface="Avenir Next"/>
              </a:defRPr>
            </a:pPr>
            <a:r>
              <a:rPr sz="6450" b="1">
                <a:solidFill>
                  <a:srgbClr val="F7FBFF"/>
                </a:solidFill>
                <a:latin typeface="Avenir Next"/>
                <a:ea typeface="Avenir Next"/>
                <a:cs typeface="Avenir Next"/>
              </a:rPr>
              <a:t>SteadyForum</a:t>
            </a:r>
          </a:p>
        </p:txBody>
      </p:sp>
      <p:sp>
        <p:nvSpPr>
          <p:cNvPr id="2" name="Pitch description">
            <a:extLst xmlns:a="http://schemas.openxmlformats.org/drawingml/2006/main">
              <a:ext uri="{FF2B5EF4-FFF2-40B4-BE49-F238E27FC236}">
                <a16:creationId xmlns:a16="http://schemas.microsoft.com/office/drawing/2014/main" id="{DDC6BCC7-A88D-43FE-A4F0-D5F86A4E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9095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rPr>
              <a:t>The future of working out</a:t>
            </a:r>
          </a:p>
          <a:p xmlns:a="http://schemas.openxmlformats.org/drawingml/2006/main">
            <a:pPr>
              <a:def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rPr>
              <a:t>without getting hurt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77A36-AE55-43B9-A196-E8859F3633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e7e9a1e124d4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9580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roduct name">
            <a:extLst xmlns:a="http://schemas.openxmlformats.org/drawingml/2006/main">
              <a:ext uri="{FF2B5EF4-FFF2-40B4-BE49-F238E27FC236}">
                <a16:creationId xmlns:a16="http://schemas.microsoft.com/office/drawing/2014/main" id="{FE90E513-9A8F-4EE4-AF7C-D49D7FEA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450" b="1">
                <a:solidFill>
                  <a:srgbClr val="F7FB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6450" b="1">
                <a:solidFill>
                  <a:srgbClr val="F7FBFF"/>
                </a:solidFill>
                <a:latin typeface="Avenir Next"/>
                <a:ea typeface="Avenir Next"/>
                <a:cs typeface="Avenir Next"/>
              </a:defRPr>
            </a:pPr>
            <a:r>
              <a:rPr sz="6450" b="1">
                <a:solidFill>
                  <a:srgbClr val="F7FBFF"/>
                </a:solidFill>
                <a:latin typeface="Avenir Next"/>
                <a:ea typeface="Avenir Next"/>
                <a:cs typeface="Avenir Next"/>
              </a:rPr>
              <a:t>SteadyForum</a:t>
            </a:r>
          </a:p>
        </p:txBody>
      </p:sp>
      <p:sp>
        <p:nvSpPr>
          <p:cNvPr id="2" name="Pitch description">
            <a:extLst xmlns:a="http://schemas.openxmlformats.org/drawingml/2006/main">
              <a:ext uri="{FF2B5EF4-FFF2-40B4-BE49-F238E27FC236}">
                <a16:creationId xmlns:a16="http://schemas.microsoft.com/office/drawing/2014/main" id="{FB9EE061-A062-4989-99E8-465B3F92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9095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rPr>
              <a:t>The future of working out</a:t>
            </a:r>
          </a:p>
          <a:p xmlns:a="http://schemas.openxmlformats.org/drawingml/2006/main">
            <a:pPr>
              <a:def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B7CAD8"/>
                </a:solidFill>
                <a:latin typeface="Avenir Next"/>
                <a:ea typeface="Avenir Next"/>
                <a:cs typeface="Avenir Next"/>
              </a:rPr>
              <a:t>without getting hurt</a:t>
            </a:r>
          </a:p>
        </p:txBody>
      </p:sp>
    </p:spTree>
    <p:extLst>
      <p:ext uri="{BB962C8B-B14F-4D97-AF65-F5344CB8AC3E}">
        <p14:creationId xmlns:p14="http://schemas.microsoft.com/office/powerpoint/2010/main" val="595111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9BF44-14D3-499D-AC0A-9E7D8AC190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7e84d13744886"/>
          <a:srcRect xmlns:a="http://schemas.openxmlformats.org/drawingml/2006/main" l="0" t="31495" r="0" b="4256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62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2026-10-11T12:44:40.8490000Z</dcterms:created>
  <dcterms:modified xsi:type="dcterms:W3CDTF">2026-10-11T12:44:40.8490000Z</dcterms:modified>
</coreProperties>
</file>