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Default Extension="mp4" ContentType="video/mp4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6c9ee33b20842c1" /><Relationship Type="http://schemas.openxmlformats.org/officeDocument/2006/relationships/extended-properties" Target="/docProps/app.xml" Id="Rdde6034e56f6496c" /><Relationship Type="http://schemas.openxmlformats.org/officeDocument/2006/relationships/officeDocument" Target="/ppt/presentation.xml" Id="Rffacfed35f2d4b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e3bd6294394b1f"/>
  </p:sldMasterIdLst>
  <p:notesMasterIdLst>
    <p:notesMasterId xmlns:r="http://schemas.openxmlformats.org/officeDocument/2006/relationships" r:id="Rb29d51d64d444641"/>
  </p:notesMasterIdLst>
  <p:sldIdLst>
    <p:sldId xmlns:r="http://schemas.openxmlformats.org/officeDocument/2006/relationships" id="256" r:id="R35f359484c544204"/>
    <p:sldId xmlns:r="http://schemas.openxmlformats.org/officeDocument/2006/relationships" id="257" r:id="Rccd90b8d18a941f0"/>
    <p:sldId xmlns:r="http://schemas.openxmlformats.org/officeDocument/2006/relationships" id="258" r:id="R6a815dd0cd87428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7af0905157a4c59" /><Relationship Type="http://schemas.openxmlformats.org/officeDocument/2006/relationships/slideMaster" Target="/ppt/slideMasters/slideMaster1.xml" Id="R20e3bd6294394b1f" /><Relationship Type="http://schemas.openxmlformats.org/officeDocument/2006/relationships/notesMaster" Target="/ppt/notesMasters/notesMaster1.xml" Id="Rb29d51d64d444641" /><Relationship Type="http://schemas.openxmlformats.org/officeDocument/2006/relationships/presProps" Target="/ppt/presProps.xml" Id="R2cdfab9bc56a4a3d" /><Relationship Type="http://schemas.openxmlformats.org/officeDocument/2006/relationships/tableStyles" Target="/ppt/tableStyles.xml" Id="Rcc5390243caf460e" /><Relationship Type="http://schemas.openxmlformats.org/officeDocument/2006/relationships/slide" Target="/ppt/slides/slide1.xml" Id="R35f359484c544204" /><Relationship Type="http://schemas.openxmlformats.org/officeDocument/2006/relationships/slide" Target="/ppt/slides/slide2.xml" Id="Rccd90b8d18a941f0" /><Relationship Type="http://schemas.openxmlformats.org/officeDocument/2006/relationships/slide" Target="/ppt/slides/slide3.xml" Id="R6a815dd0cd8742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304d15153d40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b881125cbd48ba" /><Relationship Type="http://schemas.openxmlformats.org/officeDocument/2006/relationships/notesMaster" Target="/ppt/notesMasters/notesMaster1.xml" Id="R6f119e3bcda8412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081eb012434421" /><Relationship Type="http://schemas.openxmlformats.org/officeDocument/2006/relationships/notesMaster" Target="/ppt/notesMasters/notesMaster1.xml" Id="Rbbbb43f7825743c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b26351059be4530" /><Relationship Type="http://schemas.openxmlformats.org/officeDocument/2006/relationships/notesMaster" Target="/ppt/notesMasters/notesMaster1.xml" Id="R2b449a8f6eb748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iPhone 15 Pro model by Sketcher (@jnanbr07), CC BY 4.0. Source: https://sketchfab.com/3d-models/iphone-15-pro-9e045e469d514fea9dda2ccd161f5fa3. Licensed mesh sourced through https://github.com/quentin-pla/phone-mockup-studio. Modified by replacing the display texture with IMG_6540.PNG and adding lighting and animation. Product screenshot supplied by presenter.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iPhone 15 Pro model by Sketcher (@jnanbr07), CC BY 4.0. Source: https://sketchfab.com/3d-models/iphone-15-pro-9e045e469d514fea9dda2ccd161f5fa3. Licensed mesh sourced through https://github.com/quentin-pla/phone-mockup-studio. Modified by replacing the display texture with IMG_6540.PNG and adding lighting and animation. Product screenshot supplied by presenter.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iPhone 15 Pro model by Sketcher (@jnanbr07), CC BY 4.0. Source: https://sketchfab.com/3d-models/iphone-15-pro-9e045e469d514fea9dda2ccd161f5fa3. Licensed mesh sourced through https://github.com/quentin-pla/phone-mockup-studio. Modified by replacing the display texture with IMG_6540.PNG and adding lighting and animation. Product screenshot supplied by presenter.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2157d1efe3445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f29d3fba364e7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4d77d6c5ac49e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4ab3af0678435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83b0b7829e4ae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cc964e253e47a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0F59453-00A3-4A7C-B6FC-BA2EE9BCDD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93BE7B7-8FFC-498A-AB19-441406C7ED8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7FE1F91-1E08-4A97-82D0-369AB26A97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99CD3CD-CCEA-47BF-8F87-266DD62F28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CC78A69-F7F8-4804-AC52-CDF8BD216BE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D5922B8-CCE7-4684-AB28-DF520FD66A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5DE18A9-8BDD-4A07-A08F-1FE67D980C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F2077D2-CF5C-4B67-8A50-AB11F94BF21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B94F62A-DAB2-4E4A-ADAE-408B9613B1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9932FCB-1136-4064-AD89-CB39710A59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7f6c587bbe480d" /><Relationship Type="http://schemas.openxmlformats.org/officeDocument/2006/relationships/slideLayout" Target="/ppt/slideLayouts/slideLayout1.xml" Id="Re31ea1065b344332" /><Relationship Type="http://schemas.openxmlformats.org/officeDocument/2006/relationships/slideLayout" Target="/ppt/slideLayouts/slideLayout2.xml" Id="R75d72aa00bf145f3" /><Relationship Type="http://schemas.openxmlformats.org/officeDocument/2006/relationships/slideLayout" Target="/ppt/slideLayouts/slideLayout3.xml" Id="R3d715e67ffde48f5" /><Relationship Type="http://schemas.openxmlformats.org/officeDocument/2006/relationships/slideLayout" Target="/ppt/slideLayouts/slideLayout4.xml" Id="R7ca1ed24bac54037" /><Relationship Type="http://schemas.openxmlformats.org/officeDocument/2006/relationships/slideLayout" Target="/ppt/slideLayouts/slideLayout5.xml" Id="R63d13632c1384f1d" /><Relationship Type="http://schemas.openxmlformats.org/officeDocument/2006/relationships/slideLayout" Target="/ppt/slideLayouts/slideLayout6.xml" Id="Rf7e1c9081e1b441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1ea1065b344332"/>
    <p:sldLayoutId xmlns:r="http://schemas.openxmlformats.org/officeDocument/2006/relationships" id="2147483650" r:id="R75d72aa00bf145f3"/>
    <p:sldLayoutId xmlns:r="http://schemas.openxmlformats.org/officeDocument/2006/relationships" id="2147483651" r:id="R3d715e67ffde48f5"/>
    <p:sldLayoutId xmlns:r="http://schemas.openxmlformats.org/officeDocument/2006/relationships" id="2147483652" r:id="R7ca1ed24bac54037"/>
    <p:sldLayoutId xmlns:r="http://schemas.openxmlformats.org/officeDocument/2006/relationships" id="2147483653" r:id="R63d13632c1384f1d"/>
    <p:sldLayoutId xmlns:r="http://schemas.openxmlformats.org/officeDocument/2006/relationships" id="2147483654" r:id="Rf7e1c9081e1b441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bb3ea5d21b473d" /><Relationship Type="http://schemas.openxmlformats.org/officeDocument/2006/relationships/notesSlide" Target="/ppt/notesSlides/notesSlide1.xml" Id="Rc0660e6aae13413a" /></Relationships>
</file>

<file path=ppt/slides/_rels/slide2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2894dcece764371"/><Relationship Type="http://schemas.openxmlformats.org/officeDocument/2006/relationships/notesSlide" Target="/ppt/notesSlides/notesSlide2.xml" Id="R523d2b0cca94419a"/><Relationship Id="rId3DVideo" Type="http://schemas.openxmlformats.org/officeDocument/2006/relationships/video" Target="../media/phone-entrance.mp4"/><Relationship Id="rId3DMedia" Type="http://schemas.microsoft.com/office/2007/relationships/media" Target="../media/phone-entrance.mp4"/><Relationship Id="rId3DPoster" Type="http://schemas.openxmlformats.org/officeDocument/2006/relationships/image" Target="../media/phone-entrance-poster.png"/></Relationships>
</file>

<file path=ppt/slides/_rels/slide3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12d029f444724686"/><Relationship Type="http://schemas.openxmlformats.org/officeDocument/2006/relationships/image" Target="/ppt/media/image.png" Id="R5814ef80053c4a1f"/><Relationship Type="http://schemas.openxmlformats.org/officeDocument/2006/relationships/notesSlide" Target="/ppt/notesSlides/notesSlide3.xml" Id="R0b02e98a86f04342"/><Relationship Id="rId3DVideo" Type="http://schemas.openxmlformats.org/officeDocument/2006/relationships/video" Target="../media/model-zoom.mp4"/><Relationship Id="rId3DMedia" Type="http://schemas.microsoft.com/office/2007/relationships/media" Target="../media/model-zoom.mp4"/><Relationship Id="rId3DPoster" Type="http://schemas.openxmlformats.org/officeDocument/2006/relationships/image" Target="../media/model-zoom-poster.png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13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roduct name">
            <a:extLst xmlns:a="http://schemas.openxmlformats.org/drawingml/2006/main">
              <a:ext uri="{FF2B5EF4-FFF2-40B4-BE49-F238E27FC236}">
                <a16:creationId xmlns:a16="http://schemas.microsoft.com/office/drawing/2014/main" id="{1CA8D9E6-A9C3-4203-B6CF-2C6008680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685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6450" b="1">
                <a:solidFill>
                  <a:srgbClr val="F7FB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6450" b="1">
                <a:solidFill>
                  <a:srgbClr val="F7FBFF"/>
                </a:solidFill>
                <a:latin typeface="Avenir Next"/>
                <a:ea typeface="Avenir Next"/>
                <a:cs typeface="Avenir Next"/>
              </a:defRPr>
            </a:pPr>
            <a:r>
              <a:rPr sz="6450" b="1">
                <a:solidFill>
                  <a:srgbClr val="F7FBFF"/>
                </a:solidFill>
                <a:latin typeface="Avenir Next"/>
                <a:ea typeface="Avenir Next"/>
                <a:cs typeface="Avenir Next"/>
              </a:rPr>
              <a:t>SteadyForum</a:t>
            </a:r>
          </a:p>
        </p:txBody>
      </p:sp>
      <p:sp>
        <p:nvSpPr>
          <p:cNvPr id="2" name="Pitch description">
            <a:extLst xmlns:a="http://schemas.openxmlformats.org/drawingml/2006/main">
              <a:ext uri="{FF2B5EF4-FFF2-40B4-BE49-F238E27FC236}">
                <a16:creationId xmlns:a16="http://schemas.microsoft.com/office/drawing/2014/main" id="{68728851-2272-4DA4-A592-96DACF274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790950"/>
            <a:ext cx="647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B7CAD8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B7CAD8"/>
                </a:solidFill>
                <a:latin typeface="Avenir Next"/>
                <a:ea typeface="Avenir Next"/>
                <a:cs typeface="Avenir Next"/>
              </a:defRPr>
            </a:pPr>
            <a:r>
              <a:rPr sz="2175" b="0">
                <a:solidFill>
                  <a:srgbClr val="B7CAD8"/>
                </a:solidFill>
                <a:latin typeface="Avenir Next"/>
                <a:ea typeface="Avenir Next"/>
                <a:cs typeface="Avenir Next"/>
              </a:rPr>
              <a:t>The future of working out</a:t>
            </a:r>
          </a:p>
          <a:p xmlns:a="http://schemas.openxmlformats.org/drawingml/2006/main">
            <a:pPr>
              <a:defRPr sz="2175" b="0">
                <a:solidFill>
                  <a:srgbClr val="B7CAD8"/>
                </a:solidFill>
                <a:latin typeface="Avenir Next"/>
                <a:ea typeface="Avenir Next"/>
                <a:cs typeface="Avenir Next"/>
              </a:defRPr>
            </a:pPr>
            <a:r>
              <a:rPr sz="2175" b="0">
                <a:solidFill>
                  <a:srgbClr val="B7CAD8"/>
                </a:solidFill>
                <a:latin typeface="Avenir Next"/>
                <a:ea typeface="Avenir Next"/>
                <a:cs typeface="Avenir Next"/>
              </a:rPr>
              <a:t>without getting hurt</a:t>
            </a:r>
          </a:p>
        </p:txBody>
      </p:sp>
    </p:spTree>
    <p:extLst>
      <p:ext uri="{BB962C8B-B14F-4D97-AF65-F5344CB8AC3E}">
        <p14:creationId xmlns:p14="http://schemas.microsoft.com/office/powerpoint/2010/main" val="139031870"/>
      </p:ext>
    </p:extLst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xmlns:p14="http://schemas.microsoft.com/office/powerpoint/2010/main">
  <p:cSld>
    <p:bg>
      <p:bgPr>
        <a:solidFill>
          <a:srgbClr val="09131C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3" name="Product name">
            <a:extLst>
              <a:ext uri="{FF2B5EF4-FFF2-40B4-BE49-F238E27FC236}">
                <a16:creationId xmlns:a16="http://schemas.microsoft.com/office/drawing/2014/main" id="{9650698C-15E2-4883-AEA5-AD7A5512E6F8}"/>
              </a:ext>
            </a:extLst>
          </p:cNvPr>
          <p:cNvSpPr>
            <a:spLocks noGrp="1"/>
          </p:cNvSpPr>
          <p:nvPr/>
        </p:nvSpPr>
        <p:spPr>
          <a:xfrm>
            <a:off x="876300" y="2457450"/>
            <a:ext cx="6858000" cy="1123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6450" b="1">
                <a:solidFill>
                  <a:srgbClr val="F7FBFF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6450" b="1">
                <a:solidFill>
                  <a:srgbClr val="F7FBFF"/>
                </a:solidFill>
                <a:latin typeface="Avenir Next"/>
                <a:ea typeface="Avenir Next"/>
                <a:cs typeface="Avenir Next"/>
              </a:defRPr>
            </a:pPr>
            <a:r>
              <a:rPr sz="6450" b="1">
                <a:solidFill>
                  <a:srgbClr val="F7FBFF"/>
                </a:solidFill>
                <a:latin typeface="Avenir Next"/>
                <a:ea typeface="Avenir Next"/>
                <a:cs typeface="Avenir Next"/>
              </a:rPr>
              <a:t>SteadyForum</a:t>
            </a:r>
          </a:p>
        </p:txBody>
      </p:sp>
      <p:sp>
        <p:nvSpPr>
          <p:cNvPr id="2" name="Pitch description">
            <a:extLst>
              <a:ext uri="{FF2B5EF4-FFF2-40B4-BE49-F238E27FC236}">
                <a16:creationId xmlns:a16="http://schemas.microsoft.com/office/drawing/2014/main" id="{B38644FF-53A4-4789-990F-BEF4A832F228}"/>
              </a:ext>
            </a:extLst>
          </p:cNvPr>
          <p:cNvSpPr>
            <a:spLocks noGrp="1"/>
          </p:cNvSpPr>
          <p:nvPr/>
        </p:nvSpPr>
        <p:spPr>
          <a:xfrm>
            <a:off x="942975" y="3790950"/>
            <a:ext cx="64770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B7CAD8"/>
                </a:solidFill>
                <a:latin typeface="Avenir Next"/>
                <a:ea typeface="Avenir Next"/>
                <a:cs typeface="Avenir Next"/>
              </a:defRPr>
            </a:defPPr>
          </a:lstStyle>
          <a:p>
            <a:pPr>
              <a:defRPr sz="2175" b="0">
                <a:solidFill>
                  <a:srgbClr val="B7CAD8"/>
                </a:solidFill>
                <a:latin typeface="Avenir Next"/>
                <a:ea typeface="Avenir Next"/>
                <a:cs typeface="Avenir Next"/>
              </a:defRPr>
            </a:pPr>
            <a:r>
              <a:rPr sz="2175" b="0">
                <a:solidFill>
                  <a:srgbClr val="B7CAD8"/>
                </a:solidFill>
                <a:latin typeface="Avenir Next"/>
                <a:ea typeface="Avenir Next"/>
                <a:cs typeface="Avenir Next"/>
              </a:rPr>
              <a:t>The future of working out</a:t>
            </a:r>
          </a:p>
          <a:p>
            <a:pPr>
              <a:defRPr sz="2175" b="0">
                <a:solidFill>
                  <a:srgbClr val="B7CAD8"/>
                </a:solidFill>
                <a:latin typeface="Avenir Next"/>
                <a:ea typeface="Avenir Next"/>
                <a:cs typeface="Avenir Next"/>
              </a:defRPr>
            </a:pPr>
            <a:r>
              <a:rPr sz="2175" b="0">
                <a:solidFill>
                  <a:srgbClr val="B7CAD8"/>
                </a:solidFill>
                <a:latin typeface="Avenir Next"/>
                <a:ea typeface="Avenir Next"/>
                <a:cs typeface="Avenir Next"/>
              </a:rPr>
              <a:t>without getting hurt</a:t>
            </a:r>
          </a:p>
        </p:txBody>
      </p:sp>
      <p:pic>
        <p:nvPicPr>
          <p:cNvPr id="50" name="3D phone entrance">
            <a:hlinkClick action="ppaction://media"/>
          </p:cNvPr>
          <p:cNvPicPr>
            <a:picLocks noChangeAspect="1"/>
          </p:cNvPicPr>
          <p:nvPr>
            <a:videoFile r:link="rId3DVideo"/>
            <p:extLst>
              <p:ext uri="{DAA4B4D4-6D71-4841-9C94-3DE7FCFB9230}">
                <p14:media r:embed="rId3DMedia"/>
              </p:ext>
            </p:extLst>
          </p:nvPr>
        </p:nvPicPr>
        <p:blipFill>
          <a:blip r:embed="rId3DPoster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val="1976751688"/>
      </p:ext>
    </p:extLst>
  </p:cSld>
  <p:timing>
    <p:tnLst>
      <p:par>
        <p:cTn id="1" dur="indefinite" restart="never" nodeType="tmRoot">
          <p:childTnLst>
            <p:video>
              <p:cMediaNode vol="0" numSld="1" showWhenStopped="1">
                <p:cTn id="2" dur="2583" fill="hold" display="0">
                  <p:stCondLst>
                    <p:cond delay="0"/>
                  </p:stCondLst>
                </p:cTn>
                <p:tgtEl>
                  <p:spTgt spid="50"/>
                </p:tgtEl>
              </p:cMediaNode>
            </p:video>
          </p:childTnLst>
        </p:cTn>
      </p:par>
    </p:tnLst>
  </p:timing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xmlns:p14="http://schemas.microsoft.com/office/powerpoint/2010/main">
  <p:cSld>
    <p:bg>
      <p:bgPr>
        <a:solidFill>
          <a:srgbClr val="09131C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2" name="">
            <a:extLst>
              <a:ext uri="{FF2B5EF4-FFF2-40B4-BE49-F238E27FC236}">
                <a16:creationId xmlns:a16="http://schemas.microsoft.com/office/drawing/2014/main" id="{A7F555CF-15AE-4DED-B8FA-63DFE2B83E86}"/>
              </a:ext>
            </a:extLst>
          </p:cNvPr>
          <p:cNvPicPr>
            <a:picLocks noChangeAspect="1"/>
          </p:cNvPicPr>
          <p:nvPr/>
        </p:nvPicPr>
        <p:blipFill>
          <a:blip r:embed="R5814ef80053c4a1f"/>
          <a:srcRect l="0" t="31495" r="0" b="42567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0" name="Zoom into workout model">
            <a:hlinkClick action="ppaction://media"/>
          </p:cNvPr>
          <p:cNvPicPr>
            <a:picLocks noChangeAspect="1"/>
          </p:cNvPicPr>
          <p:nvPr>
            <a:videoFile r:link="rId3DVideo"/>
            <p:extLst>
              <p:ext uri="{DAA4B4D4-6D71-4841-9C94-3DE7FCFB9230}">
                <p14:media r:embed="rId3DMedia"/>
              </p:ext>
            </p:extLst>
          </p:nvPr>
        </p:nvPicPr>
        <p:blipFill>
          <a:blip r:embed="rId3DPoster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val="20681977"/>
      </p:ext>
    </p:extLst>
  </p:cSld>
  <p:timing>
    <p:tnLst>
      <p:par>
        <p:cTn id="1" dur="indefinite" restart="never" nodeType="tmRoot">
          <p:childTnLst>
            <p:video>
              <p:cMediaNode vol="0" numSld="1" showWhenStopped="1">
                <p:cTn id="2" dur="1933" fill="hold" display="0">
                  <p:stCondLst>
                    <p:cond delay="0"/>
                  </p:stCondLst>
                </p:cTn>
                <p:tgtEl>
                  <p:spTgt spid="50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2026-10-11T12:33:53.5930000Z</dcterms:created>
  <dcterms:modified xsi:type="dcterms:W3CDTF">2026-10-11T12:33:53.5930000Z</dcterms:modified>
</coreProperties>
</file>