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efbeada2764bc9" /><Relationship Type="http://schemas.openxmlformats.org/officeDocument/2006/relationships/extended-properties" Target="/docProps/app.xml" Id="Ra79c4bffe6944bd6" /><Relationship Type="http://schemas.openxmlformats.org/officeDocument/2006/relationships/officeDocument" Target="/ppt/presentation.xml" Id="R4a82c597551947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290cec7cc2413d"/>
  </p:sldMasterIdLst>
  <p:notesMasterIdLst>
    <p:notesMasterId xmlns:r="http://schemas.openxmlformats.org/officeDocument/2006/relationships" r:id="R6c6f2567670e4a96"/>
  </p:notesMasterIdLst>
  <p:sldIdLst>
    <p:sldId xmlns:r="http://schemas.openxmlformats.org/officeDocument/2006/relationships" id="256" r:id="R589d2c5a2a9049c0"/>
    <p:sldId xmlns:r="http://schemas.openxmlformats.org/officeDocument/2006/relationships" id="257" r:id="Ra54991339d994bfa"/>
    <p:sldId xmlns:r="http://schemas.openxmlformats.org/officeDocument/2006/relationships" id="258" r:id="R883f5829474c44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7e90ea3e1b4d06" /><Relationship Type="http://schemas.openxmlformats.org/officeDocument/2006/relationships/slideMaster" Target="/ppt/slideMasters/slideMaster1.xml" Id="Rc7290cec7cc2413d" /><Relationship Type="http://schemas.openxmlformats.org/officeDocument/2006/relationships/notesMaster" Target="/ppt/notesMasters/notesMaster1.xml" Id="R6c6f2567670e4a96" /><Relationship Type="http://schemas.openxmlformats.org/officeDocument/2006/relationships/presProps" Target="/ppt/presProps.xml" Id="R14294250e0444ec1" /><Relationship Type="http://schemas.openxmlformats.org/officeDocument/2006/relationships/tableStyles" Target="/ppt/tableStyles.xml" Id="R665e30443be54b2b" /><Relationship Type="http://schemas.openxmlformats.org/officeDocument/2006/relationships/slide" Target="/ppt/slides/slide1.xml" Id="R589d2c5a2a9049c0" /><Relationship Type="http://schemas.openxmlformats.org/officeDocument/2006/relationships/slide" Target="/ppt/slides/slide2.xml" Id="Ra54991339d994bfa" /><Relationship Type="http://schemas.openxmlformats.org/officeDocument/2006/relationships/slide" Target="/ppt/slides/slide3.xml" Id="R883f5829474c44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a89cfd8b6a48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14b38a2b9f41e0" /><Relationship Type="http://schemas.openxmlformats.org/officeDocument/2006/relationships/notesMaster" Target="/ppt/notesMasters/notesMaster1.xml" Id="R52d359722b9a4c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5121902d4b4294" /><Relationship Type="http://schemas.openxmlformats.org/officeDocument/2006/relationships/notesMaster" Target="/ppt/notesMasters/notesMaster1.xml" Id="R1ee1d4e4854741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4f4088d3164ea9" /><Relationship Type="http://schemas.openxmlformats.org/officeDocument/2006/relationships/notesMaster" Target="/ppt/notesMasters/notesMaster1.xml" Id="R5e5529db1e014b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screen supplied by the presenter: IMG_6540.PNG. Morph object matching and rotation follow Microsoft PowerPoint Morph guidance: https://support.microsoft.com/en-us/powerpoint/morph-transition-tips-and-tricks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screen supplied by the presenter: IMG_6540.PNG. Morph object matching and rotation follow Microsoft PowerPoint Morph guidance: https://support.microsoft.com/en-us/powerpoint/morph-transition-tips-and-tricks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screen supplied by the presenter: IMG_6540.PNG. Morph object matching and rotation follow Microsoft PowerPoint Morph guidance: https://support.microsoft.com/en-us/powerpoint/morph-transition-tips-and-tricks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87ace7a17e459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0410f67dc0466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433d78d7e748d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0b4fa90c904e2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f16c7d47e1469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dbd9a402204a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E48701-F427-44E9-A276-8AB4028520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9A2E5BA-68A6-4CD8-802F-C1AD70C070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738123A-92A7-45B1-B23B-71FA5AD6BC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808913-9D24-4D8C-957C-F5BEF8DBA9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933B013-FD37-434A-BAB4-5329B2F956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61D8F61-FBEC-444A-82A3-7C98A73A53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294598-CB62-4ED9-9277-2ECD96743B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F1037AE-8B82-4816-A8A2-7B22D99916C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C69FD0-74E8-4D66-9CAF-0676C27A8A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4A5916D-3529-4D31-B299-D74AF8846B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317f152ab049d5" /><Relationship Type="http://schemas.openxmlformats.org/officeDocument/2006/relationships/slideLayout" Target="/ppt/slideLayouts/slideLayout1.xml" Id="Rcd14d9ee197b42c3" /><Relationship Type="http://schemas.openxmlformats.org/officeDocument/2006/relationships/slideLayout" Target="/ppt/slideLayouts/slideLayout2.xml" Id="Rd97a5564c11f4333" /><Relationship Type="http://schemas.openxmlformats.org/officeDocument/2006/relationships/slideLayout" Target="/ppt/slideLayouts/slideLayout3.xml" Id="R1d874f3848df457a" /><Relationship Type="http://schemas.openxmlformats.org/officeDocument/2006/relationships/slideLayout" Target="/ppt/slideLayouts/slideLayout4.xml" Id="R01c210e7ddc84217" /><Relationship Type="http://schemas.openxmlformats.org/officeDocument/2006/relationships/slideLayout" Target="/ppt/slideLayouts/slideLayout5.xml" Id="Rfb4f6cda9dca46d1" /><Relationship Type="http://schemas.openxmlformats.org/officeDocument/2006/relationships/slideLayout" Target="/ppt/slideLayouts/slideLayout6.xml" Id="Rb96ebe4a20ea46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14d9ee197b42c3"/>
    <p:sldLayoutId xmlns:r="http://schemas.openxmlformats.org/officeDocument/2006/relationships" id="2147483650" r:id="Rd97a5564c11f4333"/>
    <p:sldLayoutId xmlns:r="http://schemas.openxmlformats.org/officeDocument/2006/relationships" id="2147483651" r:id="R1d874f3848df457a"/>
    <p:sldLayoutId xmlns:r="http://schemas.openxmlformats.org/officeDocument/2006/relationships" id="2147483652" r:id="R01c210e7ddc84217"/>
    <p:sldLayoutId xmlns:r="http://schemas.openxmlformats.org/officeDocument/2006/relationships" id="2147483653" r:id="Rfb4f6cda9dca46d1"/>
    <p:sldLayoutId xmlns:r="http://schemas.openxmlformats.org/officeDocument/2006/relationships" id="2147483654" r:id="Rb96ebe4a20ea46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af6e3b64c04d07" /><Relationship Type="http://schemas.openxmlformats.org/officeDocument/2006/relationships/image" Target="/ppt/media/image.png" Id="Re4da0521e8ff4ad3" /><Relationship Type="http://schemas.openxmlformats.org/officeDocument/2006/relationships/notesSlide" Target="/ppt/notesSlides/notesSlide1.xml" Id="R38b5312e37094d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f31b9dc35a43be" /><Relationship Type="http://schemas.openxmlformats.org/officeDocument/2006/relationships/image" Target="/ppt/media/image2.png" Id="R850f32fe57b94fb7" /><Relationship Type="http://schemas.openxmlformats.org/officeDocument/2006/relationships/notesSlide" Target="/ppt/notesSlides/notesSlide2.xml" Id="Re5fed78b7d4b4e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7819d6379e4b0f" /><Relationship Type="http://schemas.openxmlformats.org/officeDocument/2006/relationships/image" Target="/ppt/media/image3.png" Id="R6acc63b00319436a" /><Relationship Type="http://schemas.openxmlformats.org/officeDocument/2006/relationships/notesSlide" Target="/ppt/notesSlides/notesSlide3.xml" Id="R7fe0228e0db240c6" /></Relationships>
</file>

<file path=ppt/slides/slide1.xml><?xml version="1.0" encoding="utf-8"?>
<p:sld xmlns:p="http://schemas.openxmlformats.org/presentationml/2006/main" xmlns:a="http://schemas.openxmlformats.org/drawingml/2006/main" xmlns:mc="http://schemas.openxmlformats.org/markup-compatibility/2006" xmlns:p14="http://schemas.microsoft.com/office/powerpoint/2010/main" xmlns:p159="http://schemas.microsoft.com/office/powerpoint/2015/09/main">
  <p:cSld>
    <p:bg>
      <p:bgPr>
        <a:solidFill>
          <a:srgbClr val="F5FAFE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" name="!!accent">
            <a:extLst>
              <a:ext uri="{FF2B5EF4-FFF2-40B4-BE49-F238E27FC236}">
                <a16:creationId xmlns:a16="http://schemas.microsoft.com/office/drawing/2014/main" id="{945C1DBB-DA09-4AF5-9FEB-10BB553144D9}"/>
              </a:ext>
            </a:extLst>
          </p:cNvPr>
          <p:cNvSpPr>
            <a:spLocks noGrp="1"/>
          </p:cNvSpPr>
          <p:nvPr/>
        </p:nvSpPr>
        <p:spPr>
          <a:xfrm>
            <a:off x="876300" y="2171700"/>
            <a:ext cx="685800" cy="57150"/>
          </a:xfrm>
          <a:prstGeom prst="rect">
            <a:avLst/>
          </a:prstGeom>
          <a:solidFill>
            <a:srgbClr val="397BAA"/>
          </a:solidFill>
          <a:ln w="0">
            <a:noFill/>
          </a:ln>
        </p:spPr>
      </p:sp>
      <p:sp>
        <p:nvSpPr>
          <p:cNvPr id="2" name="!!title">
            <a:extLst>
              <a:ext uri="{FF2B5EF4-FFF2-40B4-BE49-F238E27FC236}">
                <a16:creationId xmlns:a16="http://schemas.microsoft.com/office/drawing/2014/main" id="{207A899A-1D38-4660-87BE-C485B340DF46}"/>
              </a:ext>
            </a:extLst>
          </p:cNvPr>
          <p:cNvSpPr>
            <a:spLocks noGrp="1"/>
          </p:cNvSpPr>
          <p:nvPr/>
        </p:nvSpPr>
        <p:spPr>
          <a:xfrm>
            <a:off x="838200" y="2533650"/>
            <a:ext cx="990600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7500" b="1">
                <a:solidFill>
                  <a:srgbClr val="213D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7500" b="1">
                <a:solidFill>
                  <a:srgbClr val="213D4D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213D4D"/>
                </a:solidFill>
                <a:latin typeface="Arial"/>
                <a:ea typeface="Arial"/>
                <a:cs typeface="Arial"/>
              </a:rPr>
              <a:t>SteadyForum</a:t>
            </a:r>
          </a:p>
        </p:txBody>
      </p:sp>
      <p:sp>
        <p:nvSpPr>
          <p:cNvPr id="3" name="!!tagline">
            <a:extLst>
              <a:ext uri="{FF2B5EF4-FFF2-40B4-BE49-F238E27FC236}">
                <a16:creationId xmlns:a16="http://schemas.microsoft.com/office/drawing/2014/main" id="{CDC33479-79B7-4DD4-9F43-CF22842602B5}"/>
              </a:ext>
            </a:extLst>
          </p:cNvPr>
          <p:cNvSpPr>
            <a:spLocks noGrp="1"/>
          </p:cNvSpPr>
          <p:nvPr/>
        </p:nvSpPr>
        <p:spPr>
          <a:xfrm>
            <a:off x="895350" y="3914775"/>
            <a:ext cx="97155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4F687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0">
                <a:solidFill>
                  <a:srgbClr val="4F687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4F6878"/>
                </a:solidFill>
                <a:latin typeface="Arial"/>
                <a:ea typeface="Arial"/>
                <a:cs typeface="Arial"/>
              </a:rPr>
              <a:t>The future of working out without getting hurt</a:t>
            </a:r>
          </a:p>
        </p:txBody>
      </p:sp>
      <p:grpSp>
        <p:nvGrpSpPr>
          <p:cNvPr id="99" name="!!iPhone"/>
          <p:cNvGrpSpPr/>
          <p:nvPr/>
        </p:nvGrpSpPr>
        <p:grpSpPr>
          <a:xfrm rot="-1560000">
            <a:off x="14097000" y="476250"/>
            <a:ext cx="2857500" cy="6191250"/>
            <a:chOff x="0" y="0"/>
            <a:chExt cx="2857500" cy="6191250"/>
          </a:xfrm>
        </p:grpSpPr>
        <p:sp>
          <p:nvSpPr>
            <p:cNvPr id="4" name="phone-rim">
              <a:extLst>
                <a:ext uri="{FF2B5EF4-FFF2-40B4-BE49-F238E27FC236}">
                  <a16:creationId xmlns:a16="http://schemas.microsoft.com/office/drawing/2014/main" id="{521B50BE-5D0F-4864-9908-B27E7E3E20EB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2857500" cy="6191250"/>
            </a:xfrm>
            <a:prstGeom prst="roundRect">
              <a:avLst>
                <a:gd name="adj" fmla="val 15667"/>
              </a:avLst>
            </a:prstGeom>
            <a:solidFill>
              <a:srgbClr val="596571"/>
            </a:solidFill>
            <a:ln w="0">
              <a:noFill/>
            </a:ln>
          </p:spPr>
        </p:sp>
        <p:sp>
          <p:nvSpPr>
            <p:cNvPr id="5" name="phone-body">
              <a:extLst>
                <a:ext uri="{FF2B5EF4-FFF2-40B4-BE49-F238E27FC236}">
                  <a16:creationId xmlns:a16="http://schemas.microsoft.com/office/drawing/2014/main" id="{D827A71E-DE31-4B2E-9487-7C4CE01C096C}"/>
                </a:ext>
              </a:extLst>
            </p:cNvPr>
            <p:cNvSpPr>
              <a:spLocks/>
            </p:cNvSpPr>
            <p:nvPr/>
          </p:nvSpPr>
          <p:spPr>
            <a:xfrm>
              <a:off x="28575" y="28575"/>
              <a:ext cx="2800350" cy="6134100"/>
            </a:xfrm>
            <a:prstGeom prst="roundRect">
              <a:avLst>
                <a:gd name="adj" fmla="val 14966"/>
              </a:avLst>
            </a:prstGeom>
            <a:solidFill>
              <a:srgbClr val="101820"/>
            </a:solidFill>
            <a:ln w="0">
              <a:noFill/>
            </a:ln>
          </p:spPr>
        </p:sp>
        <p:pic>
          <p:nvPicPr>
            <p:cNvPr id="6" name="">
              <a:extLst>
                <a:ext uri="{FF2B5EF4-FFF2-40B4-BE49-F238E27FC236}">
                  <a16:creationId xmlns:a16="http://schemas.microsoft.com/office/drawing/2014/main" id="{DC6F07D5-0D54-445F-A36A-19E8833CC52F}"/>
                </a:ext>
              </a:extLst>
            </p:cNvPr>
            <p:cNvPicPr>
              <a:picLocks noChangeAspect="1"/>
            </p:cNvPicPr>
            <p:nvPr/>
          </p:nvPicPr>
          <p:blipFill>
            <a:blip xmlns:r="http://schemas.openxmlformats.org/officeDocument/2006/relationships" r:embed="Re4da0521e8ff4ad3"/>
            <a:stretch/>
          </p:blipFill>
          <p:spPr>
            <a:xfrm>
              <a:off x="114368" y="247650"/>
              <a:ext cx="2628763" cy="5698998"/>
            </a:xfrm>
            <a:prstGeom prst="roundRect">
              <a:avLst>
                <a:gd name="adj" fmla="val 10870"/>
              </a:avLst>
            </a:prstGeom>
          </p:spPr>
        </p:pic>
        <p:sp>
          <p:nvSpPr>
            <p:cNvPr id="7" name="phone-island">
              <a:extLst>
                <a:ext uri="{FF2B5EF4-FFF2-40B4-BE49-F238E27FC236}">
                  <a16:creationId xmlns:a16="http://schemas.microsoft.com/office/drawing/2014/main" id="{A1CFA4A6-0474-469E-828F-E0DEC80899EF}"/>
                </a:ext>
              </a:extLst>
            </p:cNvPr>
            <p:cNvSpPr>
              <a:spLocks/>
            </p:cNvSpPr>
            <p:nvPr/>
          </p:nvSpPr>
          <p:spPr>
            <a:xfrm>
              <a:off x="1085850" y="95250"/>
              <a:ext cx="685800" cy="152400"/>
            </a:xfrm>
            <a:prstGeom prst="roundRect">
              <a:avLst>
                <a:gd name="adj" fmla="val 50000"/>
              </a:avLst>
            </a:prstGeom>
            <a:solidFill>
              <a:srgbClr val="060A0E"/>
            </a:solidFill>
            <a:ln w="0">
              <a:noFill/>
            </a:ln>
          </p:spPr>
        </p:sp>
        <p:sp>
          <p:nvSpPr>
            <p:cNvPr id="8" name="phone-home">
              <a:extLst>
                <a:ext uri="{FF2B5EF4-FFF2-40B4-BE49-F238E27FC236}">
                  <a16:creationId xmlns:a16="http://schemas.microsoft.com/office/drawing/2014/main" id="{EC25A4D2-5CDF-45A0-9937-56852E62C01F}"/>
                </a:ext>
              </a:extLst>
            </p:cNvPr>
            <p:cNvSpPr>
              <a:spLocks/>
            </p:cNvSpPr>
            <p:nvPr/>
          </p:nvSpPr>
          <p:spPr>
            <a:xfrm>
              <a:off x="1047750" y="603885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CFD8DE"/>
            </a:solidFill>
            <a:ln w="0">
              <a:noFill/>
            </a:ln>
          </p:spPr>
        </p:sp>
        <p:sp>
          <p:nvSpPr>
            <p:cNvPr id="9" name="phone-button">
              <a:extLst>
                <a:ext uri="{FF2B5EF4-FFF2-40B4-BE49-F238E27FC236}">
                  <a16:creationId xmlns:a16="http://schemas.microsoft.com/office/drawing/2014/main" id="{A5F1D814-8DCC-41D4-AE5A-CA3319E06725}"/>
                </a:ext>
              </a:extLst>
            </p:cNvPr>
            <p:cNvSpPr>
              <a:spLocks/>
            </p:cNvSpPr>
            <p:nvPr/>
          </p:nvSpPr>
          <p:spPr>
            <a:xfrm>
              <a:off x="-19050" y="1104900"/>
              <a:ext cx="28575" cy="333375"/>
            </a:xfrm>
            <a:prstGeom prst="roundRect">
              <a:avLst>
                <a:gd name="adj" fmla="val 33333"/>
              </a:avLst>
            </a:prstGeom>
            <a:solidFill>
              <a:srgbClr val="596571"/>
            </a:solidFill>
            <a:ln w="0">
              <a:noFill/>
            </a:ln>
          </p:spPr>
        </p:sp>
        <p:sp>
          <p:nvSpPr>
            <p:cNvPr id="10" name="phone-volume">
              <a:extLst>
                <a:ext uri="{FF2B5EF4-FFF2-40B4-BE49-F238E27FC236}">
                  <a16:creationId xmlns:a16="http://schemas.microsoft.com/office/drawing/2014/main" id="{FCD4AB55-71F7-48C2-88A9-C74C855E138A}"/>
                </a:ext>
              </a:extLst>
            </p:cNvPr>
            <p:cNvSpPr>
              <a:spLocks/>
            </p:cNvSpPr>
            <p:nvPr/>
          </p:nvSpPr>
          <p:spPr>
            <a:xfrm>
              <a:off x="-19050" y="1524000"/>
              <a:ext cx="28575" cy="552450"/>
            </a:xfrm>
            <a:prstGeom prst="roundRect">
              <a:avLst>
                <a:gd name="adj" fmla="val 33333"/>
              </a:avLst>
            </a:prstGeom>
            <a:solidFill>
              <a:srgbClr val="596571"/>
            </a:solidFill>
            <a:ln w="0">
              <a:noFill/>
            </a:ln>
          </p:spPr>
        </p:sp>
        <p:sp>
          <p:nvSpPr>
            <p:cNvPr id="11" name="phone-power">
              <a:extLst>
                <a:ext uri="{FF2B5EF4-FFF2-40B4-BE49-F238E27FC236}">
                  <a16:creationId xmlns:a16="http://schemas.microsoft.com/office/drawing/2014/main" id="{80CDAC86-BDE6-4F36-9F69-B6AACB7E1D2D}"/>
                </a:ext>
              </a:extLst>
            </p:cNvPr>
            <p:cNvSpPr>
              <a:spLocks/>
            </p:cNvSpPr>
            <p:nvPr/>
          </p:nvSpPr>
          <p:spPr>
            <a:xfrm>
              <a:off x="2847975" y="1628775"/>
              <a:ext cx="28575" cy="619125"/>
            </a:xfrm>
            <a:prstGeom prst="roundRect">
              <a:avLst>
                <a:gd name="adj" fmla="val 33333"/>
              </a:avLst>
            </a:prstGeom>
            <a:solidFill>
              <a:srgbClr val="596571"/>
            </a:solidFill>
            <a:ln w="0">
              <a:noFill/>
            </a:ln>
          </p:spPr>
        </p:sp>
      </p:grpSp>
    </p:spTree>
    <p:extLst>
      <p:ext uri="{BB962C8B-B14F-4D97-AF65-F5344CB8AC3E}">
        <p14:creationId val="1049342052"/>
      </p:ext>
    </p:extLst>
  </p:cSld>
</p:sld>
</file>

<file path=ppt/slides/slide2.xml><?xml version="1.0" encoding="utf-8"?>
<p:sld xmlns:p="http://schemas.openxmlformats.org/presentationml/2006/main" xmlns:a="http://schemas.openxmlformats.org/drawingml/2006/main" xmlns:mc="http://schemas.openxmlformats.org/markup-compatibility/2006" xmlns:p14="http://schemas.microsoft.com/office/powerpoint/2010/main" xmlns:p159="http://schemas.microsoft.com/office/powerpoint/2015/09/main">
  <p:cSld>
    <p:bg>
      <p:bgPr>
        <a:solidFill>
          <a:srgbClr val="F5FAFE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" name="!!accent">
            <a:extLst>
              <a:ext uri="{FF2B5EF4-FFF2-40B4-BE49-F238E27FC236}">
                <a16:creationId xmlns:a16="http://schemas.microsoft.com/office/drawing/2014/main" id="{5B75DADD-9DC1-41D2-B5FD-576FAB547AA5}"/>
              </a:ext>
            </a:extLst>
          </p:cNvPr>
          <p:cNvSpPr>
            <a:spLocks noGrp="1"/>
          </p:cNvSpPr>
          <p:nvPr/>
        </p:nvSpPr>
        <p:spPr>
          <a:xfrm>
            <a:off x="876300" y="2133600"/>
            <a:ext cx="685800" cy="57150"/>
          </a:xfrm>
          <a:prstGeom prst="rect">
            <a:avLst/>
          </a:prstGeom>
          <a:solidFill>
            <a:srgbClr val="397BAA"/>
          </a:solidFill>
          <a:ln w="0">
            <a:noFill/>
          </a:ln>
        </p:spPr>
      </p:sp>
      <p:sp>
        <p:nvSpPr>
          <p:cNvPr id="2" name="!!title">
            <a:extLst>
              <a:ext uri="{FF2B5EF4-FFF2-40B4-BE49-F238E27FC236}">
                <a16:creationId xmlns:a16="http://schemas.microsoft.com/office/drawing/2014/main" id="{0856CFE9-A342-46BE-A75E-56410B095DBE}"/>
              </a:ext>
            </a:extLst>
          </p:cNvPr>
          <p:cNvSpPr>
            <a:spLocks noGrp="1"/>
          </p:cNvSpPr>
          <p:nvPr/>
        </p:nvSpPr>
        <p:spPr>
          <a:xfrm>
            <a:off x="838200" y="2514600"/>
            <a:ext cx="6667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5400" b="1">
                <a:solidFill>
                  <a:srgbClr val="213D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5400" b="1">
                <a:solidFill>
                  <a:srgbClr val="213D4D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13D4D"/>
                </a:solidFill>
                <a:latin typeface="Arial"/>
                <a:ea typeface="Arial"/>
                <a:cs typeface="Arial"/>
              </a:rPr>
              <a:t>SteadyForum</a:t>
            </a:r>
          </a:p>
        </p:txBody>
      </p:sp>
      <p:sp>
        <p:nvSpPr>
          <p:cNvPr id="3" name="!!tagline">
            <a:extLst>
              <a:ext uri="{FF2B5EF4-FFF2-40B4-BE49-F238E27FC236}">
                <a16:creationId xmlns:a16="http://schemas.microsoft.com/office/drawing/2014/main" id="{71EB0E98-8C91-4ECE-B99D-D7C867AB19EE}"/>
              </a:ext>
            </a:extLst>
          </p:cNvPr>
          <p:cNvSpPr>
            <a:spLocks noGrp="1"/>
          </p:cNvSpPr>
          <p:nvPr/>
        </p:nvSpPr>
        <p:spPr>
          <a:xfrm>
            <a:off x="895350" y="3609975"/>
            <a:ext cx="609600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4F687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0">
                <a:solidFill>
                  <a:srgbClr val="4F687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4F6878"/>
                </a:solidFill>
                <a:latin typeface="Arial"/>
                <a:ea typeface="Arial"/>
                <a:cs typeface="Arial"/>
              </a:rPr>
              <a:t>The future of working out</a:t>
            </a:r>
          </a:p>
          <a:p>
            <a:pPr>
              <a:defRPr sz="2325" b="0">
                <a:solidFill>
                  <a:srgbClr val="4F687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4F6878"/>
                </a:solidFill>
                <a:latin typeface="Arial"/>
                <a:ea typeface="Arial"/>
                <a:cs typeface="Arial"/>
              </a:rPr>
              <a:t>without getting hurt</a:t>
            </a:r>
          </a:p>
        </p:txBody>
      </p:sp>
      <p:grpSp>
        <p:nvGrpSpPr>
          <p:cNvPr id="99" name="!!iPhone"/>
          <p:cNvGrpSpPr/>
          <p:nvPr/>
        </p:nvGrpSpPr>
        <p:grpSpPr>
          <a:xfrm rot="0">
            <a:off x="8020050" y="419100"/>
            <a:ext cx="2781300" cy="6026150"/>
            <a:chOff x="0" y="0"/>
            <a:chExt cx="2857500" cy="6191250"/>
          </a:xfrm>
        </p:grpSpPr>
        <p:sp>
          <p:nvSpPr>
            <p:cNvPr id="4" name="phone-rim">
              <a:extLst>
                <a:ext uri="{FF2B5EF4-FFF2-40B4-BE49-F238E27FC236}">
                  <a16:creationId xmlns:a16="http://schemas.microsoft.com/office/drawing/2014/main" id="{B2563894-0A4F-4E3B-ABA4-782D2396AEE8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2857500" cy="6191250"/>
            </a:xfrm>
            <a:prstGeom prst="roundRect">
              <a:avLst>
                <a:gd name="adj" fmla="val 15667"/>
              </a:avLst>
            </a:prstGeom>
            <a:solidFill>
              <a:srgbClr val="596571"/>
            </a:solidFill>
            <a:ln w="0">
              <a:noFill/>
            </a:ln>
          </p:spPr>
        </p:sp>
        <p:sp>
          <p:nvSpPr>
            <p:cNvPr id="5" name="phone-body">
              <a:extLst>
                <a:ext uri="{FF2B5EF4-FFF2-40B4-BE49-F238E27FC236}">
                  <a16:creationId xmlns:a16="http://schemas.microsoft.com/office/drawing/2014/main" id="{7339B712-7DF0-4968-9591-CAA1D180FF80}"/>
                </a:ext>
              </a:extLst>
            </p:cNvPr>
            <p:cNvSpPr>
              <a:spLocks/>
            </p:cNvSpPr>
            <p:nvPr/>
          </p:nvSpPr>
          <p:spPr>
            <a:xfrm>
              <a:off x="28575" y="28575"/>
              <a:ext cx="2800350" cy="6134100"/>
            </a:xfrm>
            <a:prstGeom prst="roundRect">
              <a:avLst>
                <a:gd name="adj" fmla="val 14966"/>
              </a:avLst>
            </a:prstGeom>
            <a:solidFill>
              <a:srgbClr val="101820"/>
            </a:solidFill>
            <a:ln w="0">
              <a:noFill/>
            </a:ln>
          </p:spPr>
        </p:sp>
        <p:pic>
          <p:nvPicPr>
            <p:cNvPr id="6" name="">
              <a:extLst>
                <a:ext uri="{FF2B5EF4-FFF2-40B4-BE49-F238E27FC236}">
                  <a16:creationId xmlns:a16="http://schemas.microsoft.com/office/drawing/2014/main" id="{C8F8C545-48A0-4A3C-8A0B-E7988805BCE3}"/>
                </a:ext>
              </a:extLst>
            </p:cNvPr>
            <p:cNvPicPr>
              <a:picLocks noChangeAspect="1"/>
            </p:cNvPicPr>
            <p:nvPr/>
          </p:nvPicPr>
          <p:blipFill>
            <a:blip xmlns:r="http://schemas.openxmlformats.org/officeDocument/2006/relationships" r:embed="R850f32fe57b94fb7"/>
            <a:stretch/>
          </p:blipFill>
          <p:spPr>
            <a:xfrm>
              <a:off x="114368" y="247650"/>
              <a:ext cx="2628763" cy="5698998"/>
            </a:xfrm>
            <a:prstGeom prst="roundRect">
              <a:avLst>
                <a:gd name="adj" fmla="val 10870"/>
              </a:avLst>
            </a:prstGeom>
          </p:spPr>
        </p:pic>
        <p:sp>
          <p:nvSpPr>
            <p:cNvPr id="7" name="phone-island">
              <a:extLst>
                <a:ext uri="{FF2B5EF4-FFF2-40B4-BE49-F238E27FC236}">
                  <a16:creationId xmlns:a16="http://schemas.microsoft.com/office/drawing/2014/main" id="{39742E20-54D5-423A-97F9-4BE582AA094F}"/>
                </a:ext>
              </a:extLst>
            </p:cNvPr>
            <p:cNvSpPr>
              <a:spLocks/>
            </p:cNvSpPr>
            <p:nvPr/>
          </p:nvSpPr>
          <p:spPr>
            <a:xfrm>
              <a:off x="1085850" y="95250"/>
              <a:ext cx="685800" cy="152400"/>
            </a:xfrm>
            <a:prstGeom prst="roundRect">
              <a:avLst>
                <a:gd name="adj" fmla="val 50000"/>
              </a:avLst>
            </a:prstGeom>
            <a:solidFill>
              <a:srgbClr val="060A0E"/>
            </a:solidFill>
            <a:ln w="0">
              <a:noFill/>
            </a:ln>
          </p:spPr>
        </p:sp>
        <p:sp>
          <p:nvSpPr>
            <p:cNvPr id="8" name="phone-home">
              <a:extLst>
                <a:ext uri="{FF2B5EF4-FFF2-40B4-BE49-F238E27FC236}">
                  <a16:creationId xmlns:a16="http://schemas.microsoft.com/office/drawing/2014/main" id="{F4847775-6C3B-4732-9BA2-98BD01756172}"/>
                </a:ext>
              </a:extLst>
            </p:cNvPr>
            <p:cNvSpPr>
              <a:spLocks/>
            </p:cNvSpPr>
            <p:nvPr/>
          </p:nvSpPr>
          <p:spPr>
            <a:xfrm>
              <a:off x="1047750" y="603885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CFD8DE"/>
            </a:solidFill>
            <a:ln w="0">
              <a:noFill/>
            </a:ln>
          </p:spPr>
        </p:sp>
        <p:sp>
          <p:nvSpPr>
            <p:cNvPr id="9" name="phone-button">
              <a:extLst>
                <a:ext uri="{FF2B5EF4-FFF2-40B4-BE49-F238E27FC236}">
                  <a16:creationId xmlns:a16="http://schemas.microsoft.com/office/drawing/2014/main" id="{8C038561-AD5D-4A5C-9A43-48721F427C57}"/>
                </a:ext>
              </a:extLst>
            </p:cNvPr>
            <p:cNvSpPr>
              <a:spLocks/>
            </p:cNvSpPr>
            <p:nvPr/>
          </p:nvSpPr>
          <p:spPr>
            <a:xfrm>
              <a:off x="-19050" y="1104900"/>
              <a:ext cx="28575" cy="333375"/>
            </a:xfrm>
            <a:prstGeom prst="roundRect">
              <a:avLst>
                <a:gd name="adj" fmla="val 33333"/>
              </a:avLst>
            </a:prstGeom>
            <a:solidFill>
              <a:srgbClr val="596571"/>
            </a:solidFill>
            <a:ln w="0">
              <a:noFill/>
            </a:ln>
          </p:spPr>
        </p:sp>
        <p:sp>
          <p:nvSpPr>
            <p:cNvPr id="10" name="phone-volume">
              <a:extLst>
                <a:ext uri="{FF2B5EF4-FFF2-40B4-BE49-F238E27FC236}">
                  <a16:creationId xmlns:a16="http://schemas.microsoft.com/office/drawing/2014/main" id="{058BC8C4-1ACB-45DA-903B-594293B173F0}"/>
                </a:ext>
              </a:extLst>
            </p:cNvPr>
            <p:cNvSpPr>
              <a:spLocks/>
            </p:cNvSpPr>
            <p:nvPr/>
          </p:nvSpPr>
          <p:spPr>
            <a:xfrm>
              <a:off x="-19050" y="1524000"/>
              <a:ext cx="28575" cy="552450"/>
            </a:xfrm>
            <a:prstGeom prst="roundRect">
              <a:avLst>
                <a:gd name="adj" fmla="val 33333"/>
              </a:avLst>
            </a:prstGeom>
            <a:solidFill>
              <a:srgbClr val="596571"/>
            </a:solidFill>
            <a:ln w="0">
              <a:noFill/>
            </a:ln>
          </p:spPr>
        </p:sp>
        <p:sp>
          <p:nvSpPr>
            <p:cNvPr id="11" name="phone-power">
              <a:extLst>
                <a:ext uri="{FF2B5EF4-FFF2-40B4-BE49-F238E27FC236}">
                  <a16:creationId xmlns:a16="http://schemas.microsoft.com/office/drawing/2014/main" id="{8CE54BCB-851A-454D-B99B-4799338ECA12}"/>
                </a:ext>
              </a:extLst>
            </p:cNvPr>
            <p:cNvSpPr>
              <a:spLocks/>
            </p:cNvSpPr>
            <p:nvPr/>
          </p:nvSpPr>
          <p:spPr>
            <a:xfrm>
              <a:off x="2847975" y="1628775"/>
              <a:ext cx="28575" cy="619125"/>
            </a:xfrm>
            <a:prstGeom prst="roundRect">
              <a:avLst>
                <a:gd name="adj" fmla="val 33333"/>
              </a:avLst>
            </a:prstGeom>
            <a:solidFill>
              <a:srgbClr val="596571"/>
            </a:solidFill>
            <a:ln w="0">
              <a:noFill/>
            </a:ln>
          </p:spPr>
        </p:sp>
      </p:grpSp>
    </p:spTree>
    <p:extLst>
      <p:ext uri="{BB962C8B-B14F-4D97-AF65-F5344CB8AC3E}">
        <p14:creationId val="1437888002"/>
      </p:ext>
    </p:extLst>
  </p:cSld>
  <mc:AlternateContent>
    <mc:Choice Requires="p159">
      <p:transition spd="slow" advClick="1" p14:dur="1600">
        <p159:morph option="byObject"/>
      </p:transition>
    </mc:Choice>
    <mc:Fallback>
      <p:transition spd="slow" advClick="1">
        <p:fade/>
      </p:transition>
    </mc:Fallback>
  </mc:AlternateContent>
</p:sld>
</file>

<file path=ppt/slides/slide3.xml><?xml version="1.0" encoding="utf-8"?>
<p:sld xmlns:p="http://schemas.openxmlformats.org/presentationml/2006/main" xmlns:a="http://schemas.openxmlformats.org/drawingml/2006/main" xmlns:mc="http://schemas.openxmlformats.org/markup-compatibility/2006" xmlns:p14="http://schemas.microsoft.com/office/powerpoint/2010/main" xmlns:p159="http://schemas.microsoft.com/office/powerpoint/2015/09/main">
  <p:cSld>
    <p:bg>
      <p:bgPr>
        <a:solidFill>
          <a:srgbClr val="F5FAFE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" name="!!accent">
            <a:extLst>
              <a:ext uri="{FF2B5EF4-FFF2-40B4-BE49-F238E27FC236}">
                <a16:creationId xmlns:a16="http://schemas.microsoft.com/office/drawing/2014/main" id="{26366B31-C330-43CC-A623-2DF0C73BB46E}"/>
              </a:ext>
            </a:extLst>
          </p:cNvPr>
          <p:cNvSpPr>
            <a:spLocks noGrp="1"/>
          </p:cNvSpPr>
          <p:nvPr/>
        </p:nvSpPr>
        <p:spPr>
          <a:xfrm>
            <a:off x="-8572500" y="2133600"/>
            <a:ext cx="685800" cy="57150"/>
          </a:xfrm>
          <a:prstGeom prst="rect">
            <a:avLst/>
          </a:prstGeom>
          <a:solidFill>
            <a:srgbClr val="397BAA"/>
          </a:solidFill>
          <a:ln w="0">
            <a:noFill/>
          </a:ln>
        </p:spPr>
      </p:sp>
      <p:sp>
        <p:nvSpPr>
          <p:cNvPr id="2" name="!!title">
            <a:extLst>
              <a:ext uri="{FF2B5EF4-FFF2-40B4-BE49-F238E27FC236}">
                <a16:creationId xmlns:a16="http://schemas.microsoft.com/office/drawing/2014/main" id="{82F8D75B-E6D6-4403-9CF7-1C886F7A0177}"/>
              </a:ext>
            </a:extLst>
          </p:cNvPr>
          <p:cNvSpPr>
            <a:spLocks noGrp="1"/>
          </p:cNvSpPr>
          <p:nvPr/>
        </p:nvSpPr>
        <p:spPr>
          <a:xfrm>
            <a:off x="-11430000" y="2514600"/>
            <a:ext cx="6667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5400" b="1">
                <a:solidFill>
                  <a:srgbClr val="213D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5400" b="1">
                <a:solidFill>
                  <a:srgbClr val="213D4D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13D4D"/>
                </a:solidFill>
                <a:latin typeface="Arial"/>
                <a:ea typeface="Arial"/>
                <a:cs typeface="Arial"/>
              </a:rPr>
              <a:t>SteadyForum</a:t>
            </a:r>
          </a:p>
        </p:txBody>
      </p:sp>
      <p:sp>
        <p:nvSpPr>
          <p:cNvPr id="3" name="!!tagline">
            <a:extLst>
              <a:ext uri="{FF2B5EF4-FFF2-40B4-BE49-F238E27FC236}">
                <a16:creationId xmlns:a16="http://schemas.microsoft.com/office/drawing/2014/main" id="{7CABFB0A-9214-4422-88C6-E87454B9F5C9}"/>
              </a:ext>
            </a:extLst>
          </p:cNvPr>
          <p:cNvSpPr>
            <a:spLocks noGrp="1"/>
          </p:cNvSpPr>
          <p:nvPr/>
        </p:nvSpPr>
        <p:spPr>
          <a:xfrm>
            <a:off x="-11430000" y="3609975"/>
            <a:ext cx="609600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4F687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0">
                <a:solidFill>
                  <a:srgbClr val="4F687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4F6878"/>
                </a:solidFill>
                <a:latin typeface="Arial"/>
                <a:ea typeface="Arial"/>
                <a:cs typeface="Arial"/>
              </a:rPr>
              <a:t>The future of working out</a:t>
            </a:r>
          </a:p>
          <a:p>
            <a:pPr>
              <a:defRPr sz="2325" b="0">
                <a:solidFill>
                  <a:srgbClr val="4F687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4F6878"/>
                </a:solidFill>
                <a:latin typeface="Arial"/>
                <a:ea typeface="Arial"/>
                <a:cs typeface="Arial"/>
              </a:rPr>
              <a:t>without getting hurt</a:t>
            </a:r>
          </a:p>
        </p:txBody>
      </p:sp>
      <p:grpSp>
        <p:nvGrpSpPr>
          <p:cNvPr id="99" name="!!iPhone"/>
          <p:cNvGrpSpPr/>
          <p:nvPr/>
        </p:nvGrpSpPr>
        <p:grpSpPr>
          <a:xfrm rot="0">
            <a:off x="-530087" y="-9473000"/>
            <a:ext cx="13252174" cy="28713043"/>
            <a:chOff x="0" y="0"/>
            <a:chExt cx="2857500" cy="6191250"/>
          </a:xfrm>
        </p:grpSpPr>
        <p:sp>
          <p:nvSpPr>
            <p:cNvPr id="4" name="phone-rim">
              <a:extLst>
                <a:ext uri="{FF2B5EF4-FFF2-40B4-BE49-F238E27FC236}">
                  <a16:creationId xmlns:a16="http://schemas.microsoft.com/office/drawing/2014/main" id="{3A1FC617-8A93-4FC1-ABC9-8FC92A0B79E0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2857500" cy="6191250"/>
            </a:xfrm>
            <a:prstGeom prst="roundRect">
              <a:avLst>
                <a:gd name="adj" fmla="val 15667"/>
              </a:avLst>
            </a:prstGeom>
            <a:solidFill>
              <a:srgbClr val="596571"/>
            </a:solidFill>
            <a:ln w="0">
              <a:noFill/>
            </a:ln>
          </p:spPr>
        </p:sp>
        <p:sp>
          <p:nvSpPr>
            <p:cNvPr id="5" name="phone-body">
              <a:extLst>
                <a:ext uri="{FF2B5EF4-FFF2-40B4-BE49-F238E27FC236}">
                  <a16:creationId xmlns:a16="http://schemas.microsoft.com/office/drawing/2014/main" id="{4441E97A-E9AB-4E41-AD1A-4A22CD91AC2F}"/>
                </a:ext>
              </a:extLst>
            </p:cNvPr>
            <p:cNvSpPr>
              <a:spLocks/>
            </p:cNvSpPr>
            <p:nvPr/>
          </p:nvSpPr>
          <p:spPr>
            <a:xfrm>
              <a:off x="28575" y="28575"/>
              <a:ext cx="2800350" cy="6134100"/>
            </a:xfrm>
            <a:prstGeom prst="roundRect">
              <a:avLst>
                <a:gd name="adj" fmla="val 14966"/>
              </a:avLst>
            </a:prstGeom>
            <a:solidFill>
              <a:srgbClr val="101820"/>
            </a:solidFill>
            <a:ln w="0">
              <a:noFill/>
            </a:ln>
          </p:spPr>
        </p:sp>
        <p:pic>
          <p:nvPicPr>
            <p:cNvPr id="6" name="">
              <a:extLst>
                <a:ext uri="{FF2B5EF4-FFF2-40B4-BE49-F238E27FC236}">
                  <a16:creationId xmlns:a16="http://schemas.microsoft.com/office/drawing/2014/main" id="{FC14A568-6EC8-44FE-AF21-6BF94586EAF4}"/>
                </a:ext>
              </a:extLst>
            </p:cNvPr>
            <p:cNvPicPr>
              <a:picLocks noChangeAspect="1"/>
            </p:cNvPicPr>
            <p:nvPr/>
          </p:nvPicPr>
          <p:blipFill>
            <a:blip xmlns:r="http://schemas.openxmlformats.org/officeDocument/2006/relationships" r:embed="R6acc63b00319436a"/>
            <a:stretch/>
          </p:blipFill>
          <p:spPr>
            <a:xfrm>
              <a:off x="114368" y="247650"/>
              <a:ext cx="2628763" cy="5698998"/>
            </a:xfrm>
            <a:prstGeom prst="roundRect">
              <a:avLst>
                <a:gd name="adj" fmla="val 10870"/>
              </a:avLst>
            </a:prstGeom>
          </p:spPr>
        </p:pic>
        <p:sp>
          <p:nvSpPr>
            <p:cNvPr id="7" name="phone-island">
              <a:extLst>
                <a:ext uri="{FF2B5EF4-FFF2-40B4-BE49-F238E27FC236}">
                  <a16:creationId xmlns:a16="http://schemas.microsoft.com/office/drawing/2014/main" id="{73CCE9D6-82F1-410D-AF59-929155FAB239}"/>
                </a:ext>
              </a:extLst>
            </p:cNvPr>
            <p:cNvSpPr>
              <a:spLocks/>
            </p:cNvSpPr>
            <p:nvPr/>
          </p:nvSpPr>
          <p:spPr>
            <a:xfrm>
              <a:off x="1085850" y="95250"/>
              <a:ext cx="685800" cy="152400"/>
            </a:xfrm>
            <a:prstGeom prst="roundRect">
              <a:avLst>
                <a:gd name="adj" fmla="val 50000"/>
              </a:avLst>
            </a:prstGeom>
            <a:solidFill>
              <a:srgbClr val="060A0E"/>
            </a:solidFill>
            <a:ln w="0">
              <a:noFill/>
            </a:ln>
          </p:spPr>
        </p:sp>
        <p:sp>
          <p:nvSpPr>
            <p:cNvPr id="8" name="phone-home">
              <a:extLst>
                <a:ext uri="{FF2B5EF4-FFF2-40B4-BE49-F238E27FC236}">
                  <a16:creationId xmlns:a16="http://schemas.microsoft.com/office/drawing/2014/main" id="{2C00D470-4442-4494-AE1B-49FEDBB397F4}"/>
                </a:ext>
              </a:extLst>
            </p:cNvPr>
            <p:cNvSpPr>
              <a:spLocks/>
            </p:cNvSpPr>
            <p:nvPr/>
          </p:nvSpPr>
          <p:spPr>
            <a:xfrm>
              <a:off x="1047750" y="603885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CFD8DE"/>
            </a:solidFill>
            <a:ln w="0">
              <a:noFill/>
            </a:ln>
          </p:spPr>
        </p:sp>
        <p:sp>
          <p:nvSpPr>
            <p:cNvPr id="9" name="phone-button">
              <a:extLst>
                <a:ext uri="{FF2B5EF4-FFF2-40B4-BE49-F238E27FC236}">
                  <a16:creationId xmlns:a16="http://schemas.microsoft.com/office/drawing/2014/main" id="{4F675CAB-FCD3-4F3A-8696-B602061F152F}"/>
                </a:ext>
              </a:extLst>
            </p:cNvPr>
            <p:cNvSpPr>
              <a:spLocks/>
            </p:cNvSpPr>
            <p:nvPr/>
          </p:nvSpPr>
          <p:spPr>
            <a:xfrm>
              <a:off x="-19050" y="1104900"/>
              <a:ext cx="28575" cy="333375"/>
            </a:xfrm>
            <a:prstGeom prst="roundRect">
              <a:avLst>
                <a:gd name="adj" fmla="val 33333"/>
              </a:avLst>
            </a:prstGeom>
            <a:solidFill>
              <a:srgbClr val="596571"/>
            </a:solidFill>
            <a:ln w="0">
              <a:noFill/>
            </a:ln>
          </p:spPr>
        </p:sp>
        <p:sp>
          <p:nvSpPr>
            <p:cNvPr id="10" name="phone-volume">
              <a:extLst>
                <a:ext uri="{FF2B5EF4-FFF2-40B4-BE49-F238E27FC236}">
                  <a16:creationId xmlns:a16="http://schemas.microsoft.com/office/drawing/2014/main" id="{480C674C-0D6C-4178-9592-DF295941C4B9}"/>
                </a:ext>
              </a:extLst>
            </p:cNvPr>
            <p:cNvSpPr>
              <a:spLocks/>
            </p:cNvSpPr>
            <p:nvPr/>
          </p:nvSpPr>
          <p:spPr>
            <a:xfrm>
              <a:off x="-19050" y="1524000"/>
              <a:ext cx="28575" cy="552450"/>
            </a:xfrm>
            <a:prstGeom prst="roundRect">
              <a:avLst>
                <a:gd name="adj" fmla="val 33333"/>
              </a:avLst>
            </a:prstGeom>
            <a:solidFill>
              <a:srgbClr val="596571"/>
            </a:solidFill>
            <a:ln w="0">
              <a:noFill/>
            </a:ln>
          </p:spPr>
        </p:sp>
        <p:sp>
          <p:nvSpPr>
            <p:cNvPr id="11" name="phone-power">
              <a:extLst>
                <a:ext uri="{FF2B5EF4-FFF2-40B4-BE49-F238E27FC236}">
                  <a16:creationId xmlns:a16="http://schemas.microsoft.com/office/drawing/2014/main" id="{254B819C-F61F-4C43-A245-D126BDB09AB3}"/>
                </a:ext>
              </a:extLst>
            </p:cNvPr>
            <p:cNvSpPr>
              <a:spLocks/>
            </p:cNvSpPr>
            <p:nvPr/>
          </p:nvSpPr>
          <p:spPr>
            <a:xfrm>
              <a:off x="2847975" y="1628775"/>
              <a:ext cx="28575" cy="619125"/>
            </a:xfrm>
            <a:prstGeom prst="roundRect">
              <a:avLst>
                <a:gd name="adj" fmla="val 33333"/>
              </a:avLst>
            </a:prstGeom>
            <a:solidFill>
              <a:srgbClr val="596571"/>
            </a:solidFill>
            <a:ln w="0">
              <a:noFill/>
            </a:ln>
          </p:spPr>
        </p:sp>
      </p:grpSp>
    </p:spTree>
    <p:extLst>
      <p:ext uri="{BB962C8B-B14F-4D97-AF65-F5344CB8AC3E}">
        <p14:creationId val="511228906"/>
      </p:ext>
    </p:extLst>
  </p:cSld>
  <mc:AlternateContent>
    <mc:Choice Requires="p159">
      <p:transition spd="slow" advClick="1" p14:dur="1800">
        <p159:morph option="byObject"/>
      </p:transition>
    </mc:Choice>
    <mc:Fallback>
      <p:transition spd="slow" advClick="1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2026-10-11T12:18:40.8390000Z</dcterms:created>
  <dcterms:modified xsi:type="dcterms:W3CDTF">2026-10-11T12:18:40.8390000Z</dcterms:modified>
</coreProperties>
</file>